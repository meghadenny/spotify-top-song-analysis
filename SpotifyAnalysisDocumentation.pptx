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2" r:id="rId4"/>
    <p:sldId id="276" r:id="rId5"/>
    <p:sldId id="273" r:id="rId6"/>
    <p:sldId id="274" r:id="rId7"/>
    <p:sldId id="275" r:id="rId8"/>
    <p:sldId id="270" r:id="rId9"/>
    <p:sldId id="26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83" userDrawn="1">
          <p15:clr>
            <a:srgbClr val="A4A3A4"/>
          </p15:clr>
        </p15:guide>
        <p15:guide id="5" orient="horz" pos="890" userDrawn="1">
          <p15:clr>
            <a:srgbClr val="A4A3A4"/>
          </p15:clr>
        </p15:guide>
        <p15:guide id="6" pos="1323" userDrawn="1">
          <p15:clr>
            <a:srgbClr val="A4A3A4"/>
          </p15:clr>
        </p15:guide>
        <p15:guide id="7" pos="5813" userDrawn="1">
          <p15:clr>
            <a:srgbClr val="A4A3A4"/>
          </p15:clr>
        </p15:guide>
        <p15:guide id="8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13220"/>
    <a:srgbClr val="1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  <p:guide pos="483"/>
        <p:guide orient="horz" pos="890"/>
        <p:guide pos="1323"/>
        <p:guide pos="5813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5F77C-F75E-424F-A5BA-629F5D33636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77A0F-E766-47A5-BEC2-4540389038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5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6253E-E97F-CF70-21D8-522A3473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06621-6577-9AE3-72D1-C62E5EC19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A1657-153F-CCD5-1572-DC885358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8CE28-DAB6-D034-01A4-D31E34F94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77A0F-E766-47A5-BEC2-45403890383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87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1864-B4A6-A85C-750D-760754B87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F65E-87C6-6FD1-0218-49ABB86B0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7535-77FD-E6F6-0B4C-82124329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730E77-FDC1-4883-8945-B3DE616AEA48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CBA2A-998E-69C2-8FE5-C5B7785E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1FE93-0D22-6F30-EBE4-D1156E96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D723CB-C621-4841-A110-30E5C7CDE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003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919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230ECEB-73CF-8498-E118-6539B1C1BA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1174" y="758391"/>
            <a:ext cx="3912636" cy="5341218"/>
          </a:xfrm>
          <a:custGeom>
            <a:avLst/>
            <a:gdLst>
              <a:gd name="connsiteX0" fmla="*/ 347325 w 3912636"/>
              <a:gd name="connsiteY0" fmla="*/ 0 h 5341218"/>
              <a:gd name="connsiteX1" fmla="*/ 3565311 w 3912636"/>
              <a:gd name="connsiteY1" fmla="*/ 0 h 5341218"/>
              <a:gd name="connsiteX2" fmla="*/ 3912636 w 3912636"/>
              <a:gd name="connsiteY2" fmla="*/ 347325 h 5341218"/>
              <a:gd name="connsiteX3" fmla="*/ 3912636 w 3912636"/>
              <a:gd name="connsiteY3" fmla="*/ 4993893 h 5341218"/>
              <a:gd name="connsiteX4" fmla="*/ 3565311 w 3912636"/>
              <a:gd name="connsiteY4" fmla="*/ 5341218 h 5341218"/>
              <a:gd name="connsiteX5" fmla="*/ 347325 w 3912636"/>
              <a:gd name="connsiteY5" fmla="*/ 5341218 h 5341218"/>
              <a:gd name="connsiteX6" fmla="*/ 0 w 3912636"/>
              <a:gd name="connsiteY6" fmla="*/ 4993893 h 5341218"/>
              <a:gd name="connsiteX7" fmla="*/ 0 w 3912636"/>
              <a:gd name="connsiteY7" fmla="*/ 347325 h 5341218"/>
              <a:gd name="connsiteX8" fmla="*/ 347325 w 3912636"/>
              <a:gd name="connsiteY8" fmla="*/ 0 h 5341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2636" h="5341218">
                <a:moveTo>
                  <a:pt x="347325" y="0"/>
                </a:moveTo>
                <a:lnTo>
                  <a:pt x="3565311" y="0"/>
                </a:lnTo>
                <a:cubicBezTo>
                  <a:pt x="3757133" y="0"/>
                  <a:pt x="3912636" y="155503"/>
                  <a:pt x="3912636" y="347325"/>
                </a:cubicBezTo>
                <a:lnTo>
                  <a:pt x="3912636" y="4993893"/>
                </a:lnTo>
                <a:cubicBezTo>
                  <a:pt x="3912636" y="5185715"/>
                  <a:pt x="3757133" y="5341218"/>
                  <a:pt x="3565311" y="5341218"/>
                </a:cubicBezTo>
                <a:lnTo>
                  <a:pt x="347325" y="5341218"/>
                </a:lnTo>
                <a:cubicBezTo>
                  <a:pt x="155503" y="5341218"/>
                  <a:pt x="0" y="5185715"/>
                  <a:pt x="0" y="4993893"/>
                </a:cubicBezTo>
                <a:lnTo>
                  <a:pt x="0" y="347325"/>
                </a:lnTo>
                <a:cubicBezTo>
                  <a:pt x="0" y="155503"/>
                  <a:pt x="155503" y="0"/>
                  <a:pt x="3473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50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C2A7BD-2F53-7190-F4E7-65A97AF9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730E77-FDC1-4883-8945-B3DE616AEA48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E103C-7EA2-7872-A967-5ABFE5ED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0F5D2-25B1-EAEC-29F9-12BA3673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D723CB-C621-4841-A110-30E5C7CDE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3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7BCB60-089C-CADD-0082-0962ECE5A0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61700" y="758390"/>
            <a:ext cx="9753063" cy="3836502"/>
          </a:xfrm>
          <a:custGeom>
            <a:avLst/>
            <a:gdLst>
              <a:gd name="connsiteX0" fmla="*/ 150008 w 9753063"/>
              <a:gd name="connsiteY0" fmla="*/ 0 h 2804405"/>
              <a:gd name="connsiteX1" fmla="*/ 9603055 w 9753063"/>
              <a:gd name="connsiteY1" fmla="*/ 0 h 2804405"/>
              <a:gd name="connsiteX2" fmla="*/ 9753063 w 9753063"/>
              <a:gd name="connsiteY2" fmla="*/ 150008 h 2804405"/>
              <a:gd name="connsiteX3" fmla="*/ 9753063 w 9753063"/>
              <a:gd name="connsiteY3" fmla="*/ 2654397 h 2804405"/>
              <a:gd name="connsiteX4" fmla="*/ 9603055 w 9753063"/>
              <a:gd name="connsiteY4" fmla="*/ 2804405 h 2804405"/>
              <a:gd name="connsiteX5" fmla="*/ 150008 w 9753063"/>
              <a:gd name="connsiteY5" fmla="*/ 2804405 h 2804405"/>
              <a:gd name="connsiteX6" fmla="*/ 0 w 9753063"/>
              <a:gd name="connsiteY6" fmla="*/ 2654397 h 2804405"/>
              <a:gd name="connsiteX7" fmla="*/ 0 w 9753063"/>
              <a:gd name="connsiteY7" fmla="*/ 150008 h 2804405"/>
              <a:gd name="connsiteX8" fmla="*/ 150008 w 9753063"/>
              <a:gd name="connsiteY8" fmla="*/ 0 h 280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3063" h="2804405">
                <a:moveTo>
                  <a:pt x="150008" y="0"/>
                </a:moveTo>
                <a:lnTo>
                  <a:pt x="9603055" y="0"/>
                </a:lnTo>
                <a:cubicBezTo>
                  <a:pt x="9685902" y="0"/>
                  <a:pt x="9753063" y="67161"/>
                  <a:pt x="9753063" y="150008"/>
                </a:cubicBezTo>
                <a:lnTo>
                  <a:pt x="9753063" y="2654397"/>
                </a:lnTo>
                <a:cubicBezTo>
                  <a:pt x="9753063" y="2737244"/>
                  <a:pt x="9685902" y="2804405"/>
                  <a:pt x="9603055" y="2804405"/>
                </a:cubicBezTo>
                <a:lnTo>
                  <a:pt x="150008" y="2804405"/>
                </a:lnTo>
                <a:cubicBezTo>
                  <a:pt x="67161" y="2804405"/>
                  <a:pt x="0" y="2737244"/>
                  <a:pt x="0" y="2654397"/>
                </a:cubicBezTo>
                <a:lnTo>
                  <a:pt x="0" y="150008"/>
                </a:lnTo>
                <a:cubicBezTo>
                  <a:pt x="0" y="67161"/>
                  <a:pt x="67161" y="0"/>
                  <a:pt x="1500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94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572CCDE-C320-D47E-4129-87DF869787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51574" y="1959429"/>
            <a:ext cx="1173464" cy="1173464"/>
          </a:xfrm>
          <a:custGeom>
            <a:avLst/>
            <a:gdLst>
              <a:gd name="connsiteX0" fmla="*/ 586732 w 1173464"/>
              <a:gd name="connsiteY0" fmla="*/ 0 h 1173464"/>
              <a:gd name="connsiteX1" fmla="*/ 1173464 w 1173464"/>
              <a:gd name="connsiteY1" fmla="*/ 586732 h 1173464"/>
              <a:gd name="connsiteX2" fmla="*/ 586732 w 1173464"/>
              <a:gd name="connsiteY2" fmla="*/ 1173464 h 1173464"/>
              <a:gd name="connsiteX3" fmla="*/ 0 w 1173464"/>
              <a:gd name="connsiteY3" fmla="*/ 586732 h 1173464"/>
              <a:gd name="connsiteX4" fmla="*/ 586732 w 1173464"/>
              <a:gd name="connsiteY4" fmla="*/ 0 h 11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64" h="1173464">
                <a:moveTo>
                  <a:pt x="586732" y="0"/>
                </a:moveTo>
                <a:cubicBezTo>
                  <a:pt x="910775" y="0"/>
                  <a:pt x="1173464" y="262689"/>
                  <a:pt x="1173464" y="586732"/>
                </a:cubicBezTo>
                <a:cubicBezTo>
                  <a:pt x="1173464" y="910775"/>
                  <a:pt x="910775" y="1173464"/>
                  <a:pt x="586732" y="1173464"/>
                </a:cubicBezTo>
                <a:cubicBezTo>
                  <a:pt x="262689" y="1173464"/>
                  <a:pt x="0" y="910775"/>
                  <a:pt x="0" y="586732"/>
                </a:cubicBezTo>
                <a:cubicBezTo>
                  <a:pt x="0" y="262689"/>
                  <a:pt x="262689" y="0"/>
                  <a:pt x="5867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2038CA-3A11-1897-B9FA-CAC8750F7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03634" y="1959429"/>
            <a:ext cx="1173464" cy="1173464"/>
          </a:xfrm>
          <a:custGeom>
            <a:avLst/>
            <a:gdLst>
              <a:gd name="connsiteX0" fmla="*/ 586732 w 1173464"/>
              <a:gd name="connsiteY0" fmla="*/ 0 h 1173464"/>
              <a:gd name="connsiteX1" fmla="*/ 1173464 w 1173464"/>
              <a:gd name="connsiteY1" fmla="*/ 586732 h 1173464"/>
              <a:gd name="connsiteX2" fmla="*/ 586732 w 1173464"/>
              <a:gd name="connsiteY2" fmla="*/ 1173464 h 1173464"/>
              <a:gd name="connsiteX3" fmla="*/ 0 w 1173464"/>
              <a:gd name="connsiteY3" fmla="*/ 586732 h 1173464"/>
              <a:gd name="connsiteX4" fmla="*/ 586732 w 1173464"/>
              <a:gd name="connsiteY4" fmla="*/ 0 h 11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64" h="1173464">
                <a:moveTo>
                  <a:pt x="586732" y="0"/>
                </a:moveTo>
                <a:cubicBezTo>
                  <a:pt x="910775" y="0"/>
                  <a:pt x="1173464" y="262689"/>
                  <a:pt x="1173464" y="586732"/>
                </a:cubicBezTo>
                <a:cubicBezTo>
                  <a:pt x="1173464" y="910775"/>
                  <a:pt x="910775" y="1173464"/>
                  <a:pt x="586732" y="1173464"/>
                </a:cubicBezTo>
                <a:cubicBezTo>
                  <a:pt x="262689" y="1173464"/>
                  <a:pt x="0" y="910775"/>
                  <a:pt x="0" y="586732"/>
                </a:cubicBezTo>
                <a:cubicBezTo>
                  <a:pt x="0" y="262689"/>
                  <a:pt x="262689" y="0"/>
                  <a:pt x="5867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14BE8A1-3377-3849-EA7A-17F28AD604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55694" y="1959429"/>
            <a:ext cx="1173464" cy="1173464"/>
          </a:xfrm>
          <a:custGeom>
            <a:avLst/>
            <a:gdLst>
              <a:gd name="connsiteX0" fmla="*/ 586732 w 1173464"/>
              <a:gd name="connsiteY0" fmla="*/ 0 h 1173464"/>
              <a:gd name="connsiteX1" fmla="*/ 1173464 w 1173464"/>
              <a:gd name="connsiteY1" fmla="*/ 586732 h 1173464"/>
              <a:gd name="connsiteX2" fmla="*/ 586732 w 1173464"/>
              <a:gd name="connsiteY2" fmla="*/ 1173464 h 1173464"/>
              <a:gd name="connsiteX3" fmla="*/ 0 w 1173464"/>
              <a:gd name="connsiteY3" fmla="*/ 586732 h 1173464"/>
              <a:gd name="connsiteX4" fmla="*/ 586732 w 1173464"/>
              <a:gd name="connsiteY4" fmla="*/ 0 h 11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64" h="1173464">
                <a:moveTo>
                  <a:pt x="586732" y="0"/>
                </a:moveTo>
                <a:cubicBezTo>
                  <a:pt x="910775" y="0"/>
                  <a:pt x="1173464" y="262689"/>
                  <a:pt x="1173464" y="586732"/>
                </a:cubicBezTo>
                <a:cubicBezTo>
                  <a:pt x="1173464" y="910775"/>
                  <a:pt x="910775" y="1173464"/>
                  <a:pt x="586732" y="1173464"/>
                </a:cubicBezTo>
                <a:cubicBezTo>
                  <a:pt x="262689" y="1173464"/>
                  <a:pt x="0" y="910775"/>
                  <a:pt x="0" y="586732"/>
                </a:cubicBezTo>
                <a:cubicBezTo>
                  <a:pt x="0" y="262689"/>
                  <a:pt x="262689" y="0"/>
                  <a:pt x="5867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1664EAC-E7FF-4EEB-EC1B-20408BD685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07754" y="1959429"/>
            <a:ext cx="1173464" cy="1173464"/>
          </a:xfrm>
          <a:custGeom>
            <a:avLst/>
            <a:gdLst>
              <a:gd name="connsiteX0" fmla="*/ 586732 w 1173464"/>
              <a:gd name="connsiteY0" fmla="*/ 0 h 1173464"/>
              <a:gd name="connsiteX1" fmla="*/ 1173464 w 1173464"/>
              <a:gd name="connsiteY1" fmla="*/ 586732 h 1173464"/>
              <a:gd name="connsiteX2" fmla="*/ 586732 w 1173464"/>
              <a:gd name="connsiteY2" fmla="*/ 1173464 h 1173464"/>
              <a:gd name="connsiteX3" fmla="*/ 0 w 1173464"/>
              <a:gd name="connsiteY3" fmla="*/ 586732 h 1173464"/>
              <a:gd name="connsiteX4" fmla="*/ 586732 w 1173464"/>
              <a:gd name="connsiteY4" fmla="*/ 0 h 11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64" h="1173464">
                <a:moveTo>
                  <a:pt x="586732" y="0"/>
                </a:moveTo>
                <a:cubicBezTo>
                  <a:pt x="910775" y="0"/>
                  <a:pt x="1173464" y="262689"/>
                  <a:pt x="1173464" y="586732"/>
                </a:cubicBezTo>
                <a:cubicBezTo>
                  <a:pt x="1173464" y="910775"/>
                  <a:pt x="910775" y="1173464"/>
                  <a:pt x="586732" y="1173464"/>
                </a:cubicBezTo>
                <a:cubicBezTo>
                  <a:pt x="262689" y="1173464"/>
                  <a:pt x="0" y="910775"/>
                  <a:pt x="0" y="586732"/>
                </a:cubicBezTo>
                <a:cubicBezTo>
                  <a:pt x="0" y="262689"/>
                  <a:pt x="262689" y="0"/>
                  <a:pt x="5867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A0439D0-1B33-01A4-DE71-65D3F969F6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59814" y="1959429"/>
            <a:ext cx="1173464" cy="1173464"/>
          </a:xfrm>
          <a:custGeom>
            <a:avLst/>
            <a:gdLst>
              <a:gd name="connsiteX0" fmla="*/ 586732 w 1173464"/>
              <a:gd name="connsiteY0" fmla="*/ 0 h 1173464"/>
              <a:gd name="connsiteX1" fmla="*/ 1173464 w 1173464"/>
              <a:gd name="connsiteY1" fmla="*/ 586732 h 1173464"/>
              <a:gd name="connsiteX2" fmla="*/ 586732 w 1173464"/>
              <a:gd name="connsiteY2" fmla="*/ 1173464 h 1173464"/>
              <a:gd name="connsiteX3" fmla="*/ 0 w 1173464"/>
              <a:gd name="connsiteY3" fmla="*/ 586732 h 1173464"/>
              <a:gd name="connsiteX4" fmla="*/ 586732 w 1173464"/>
              <a:gd name="connsiteY4" fmla="*/ 0 h 11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64" h="1173464">
                <a:moveTo>
                  <a:pt x="586732" y="0"/>
                </a:moveTo>
                <a:cubicBezTo>
                  <a:pt x="910775" y="0"/>
                  <a:pt x="1173464" y="262689"/>
                  <a:pt x="1173464" y="586732"/>
                </a:cubicBezTo>
                <a:cubicBezTo>
                  <a:pt x="1173464" y="910775"/>
                  <a:pt x="910775" y="1173464"/>
                  <a:pt x="586732" y="1173464"/>
                </a:cubicBezTo>
                <a:cubicBezTo>
                  <a:pt x="262689" y="1173464"/>
                  <a:pt x="0" y="910775"/>
                  <a:pt x="0" y="586732"/>
                </a:cubicBezTo>
                <a:cubicBezTo>
                  <a:pt x="0" y="262689"/>
                  <a:pt x="262689" y="0"/>
                  <a:pt x="5867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4013F41-FAE3-3E94-35CF-3FE922B9D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13738" y="994213"/>
            <a:ext cx="293828" cy="294130"/>
          </a:xfrm>
          <a:custGeom>
            <a:avLst/>
            <a:gdLst>
              <a:gd name="connsiteX0" fmla="*/ 146763 w 293828"/>
              <a:gd name="connsiteY0" fmla="*/ 0 h 294130"/>
              <a:gd name="connsiteX1" fmla="*/ 293828 w 293828"/>
              <a:gd name="connsiteY1" fmla="*/ 147065 h 294130"/>
              <a:gd name="connsiteX2" fmla="*/ 146763 w 293828"/>
              <a:gd name="connsiteY2" fmla="*/ 294130 h 294130"/>
              <a:gd name="connsiteX3" fmla="*/ 11255 w 293828"/>
              <a:gd name="connsiteY3" fmla="*/ 204309 h 294130"/>
              <a:gd name="connsiteX4" fmla="*/ 0 w 293828"/>
              <a:gd name="connsiteY4" fmla="*/ 148561 h 294130"/>
              <a:gd name="connsiteX5" fmla="*/ 0 w 293828"/>
              <a:gd name="connsiteY5" fmla="*/ 145569 h 294130"/>
              <a:gd name="connsiteX6" fmla="*/ 11255 w 293828"/>
              <a:gd name="connsiteY6" fmla="*/ 89821 h 294130"/>
              <a:gd name="connsiteX7" fmla="*/ 146763 w 293828"/>
              <a:gd name="connsiteY7" fmla="*/ 0 h 29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828" h="294130">
                <a:moveTo>
                  <a:pt x="146763" y="0"/>
                </a:moveTo>
                <a:cubicBezTo>
                  <a:pt x="227985" y="0"/>
                  <a:pt x="293828" y="65843"/>
                  <a:pt x="293828" y="147065"/>
                </a:cubicBezTo>
                <a:cubicBezTo>
                  <a:pt x="293828" y="228287"/>
                  <a:pt x="227985" y="294130"/>
                  <a:pt x="146763" y="294130"/>
                </a:cubicBezTo>
                <a:cubicBezTo>
                  <a:pt x="85847" y="294130"/>
                  <a:pt x="33581" y="257093"/>
                  <a:pt x="11255" y="204309"/>
                </a:cubicBezTo>
                <a:lnTo>
                  <a:pt x="0" y="148561"/>
                </a:lnTo>
                <a:lnTo>
                  <a:pt x="0" y="145569"/>
                </a:lnTo>
                <a:lnTo>
                  <a:pt x="11255" y="89821"/>
                </a:lnTo>
                <a:cubicBezTo>
                  <a:pt x="33581" y="37037"/>
                  <a:pt x="85847" y="0"/>
                  <a:pt x="1467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AFF6E0E-F0E9-9A67-78BA-7AB721632A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7792" y="1235006"/>
            <a:ext cx="1981547" cy="2495862"/>
          </a:xfrm>
          <a:custGeom>
            <a:avLst/>
            <a:gdLst>
              <a:gd name="connsiteX0" fmla="*/ 161575 w 1981547"/>
              <a:gd name="connsiteY0" fmla="*/ 0 h 2495862"/>
              <a:gd name="connsiteX1" fmla="*/ 1819972 w 1981547"/>
              <a:gd name="connsiteY1" fmla="*/ 0 h 2495862"/>
              <a:gd name="connsiteX2" fmla="*/ 1981547 w 1981547"/>
              <a:gd name="connsiteY2" fmla="*/ 161575 h 2495862"/>
              <a:gd name="connsiteX3" fmla="*/ 1981547 w 1981547"/>
              <a:gd name="connsiteY3" fmla="*/ 2334287 h 2495862"/>
              <a:gd name="connsiteX4" fmla="*/ 1819972 w 1981547"/>
              <a:gd name="connsiteY4" fmla="*/ 2495862 h 2495862"/>
              <a:gd name="connsiteX5" fmla="*/ 161575 w 1981547"/>
              <a:gd name="connsiteY5" fmla="*/ 2495862 h 2495862"/>
              <a:gd name="connsiteX6" fmla="*/ 0 w 1981547"/>
              <a:gd name="connsiteY6" fmla="*/ 2334287 h 2495862"/>
              <a:gd name="connsiteX7" fmla="*/ 0 w 1981547"/>
              <a:gd name="connsiteY7" fmla="*/ 161575 h 2495862"/>
              <a:gd name="connsiteX8" fmla="*/ 161575 w 1981547"/>
              <a:gd name="connsiteY8" fmla="*/ 0 h 249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1547" h="2495862">
                <a:moveTo>
                  <a:pt x="161575" y="0"/>
                </a:moveTo>
                <a:lnTo>
                  <a:pt x="1819972" y="0"/>
                </a:lnTo>
                <a:cubicBezTo>
                  <a:pt x="1909207" y="0"/>
                  <a:pt x="1981547" y="72340"/>
                  <a:pt x="1981547" y="161575"/>
                </a:cubicBezTo>
                <a:lnTo>
                  <a:pt x="1981547" y="2334287"/>
                </a:lnTo>
                <a:cubicBezTo>
                  <a:pt x="1981547" y="2423522"/>
                  <a:pt x="1909207" y="2495862"/>
                  <a:pt x="1819972" y="2495862"/>
                </a:cubicBezTo>
                <a:lnTo>
                  <a:pt x="161575" y="2495862"/>
                </a:lnTo>
                <a:cubicBezTo>
                  <a:pt x="72340" y="2495862"/>
                  <a:pt x="0" y="2423522"/>
                  <a:pt x="0" y="2334287"/>
                </a:cubicBezTo>
                <a:lnTo>
                  <a:pt x="0" y="161575"/>
                </a:lnTo>
                <a:cubicBezTo>
                  <a:pt x="0" y="72340"/>
                  <a:pt x="72340" y="0"/>
                  <a:pt x="161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1EF232A4-2576-748B-88CF-86B4BBBA2C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44966" y="5341792"/>
            <a:ext cx="426720" cy="426720"/>
          </a:xfrm>
          <a:custGeom>
            <a:avLst/>
            <a:gdLst>
              <a:gd name="connsiteX0" fmla="*/ 55879 w 426720"/>
              <a:gd name="connsiteY0" fmla="*/ 0 h 426720"/>
              <a:gd name="connsiteX1" fmla="*/ 370841 w 426720"/>
              <a:gd name="connsiteY1" fmla="*/ 0 h 426720"/>
              <a:gd name="connsiteX2" fmla="*/ 426720 w 426720"/>
              <a:gd name="connsiteY2" fmla="*/ 55879 h 426720"/>
              <a:gd name="connsiteX3" fmla="*/ 426720 w 426720"/>
              <a:gd name="connsiteY3" fmla="*/ 370841 h 426720"/>
              <a:gd name="connsiteX4" fmla="*/ 370841 w 426720"/>
              <a:gd name="connsiteY4" fmla="*/ 426720 h 426720"/>
              <a:gd name="connsiteX5" fmla="*/ 55879 w 426720"/>
              <a:gd name="connsiteY5" fmla="*/ 426720 h 426720"/>
              <a:gd name="connsiteX6" fmla="*/ 0 w 426720"/>
              <a:gd name="connsiteY6" fmla="*/ 370841 h 426720"/>
              <a:gd name="connsiteX7" fmla="*/ 0 w 426720"/>
              <a:gd name="connsiteY7" fmla="*/ 55879 h 426720"/>
              <a:gd name="connsiteX8" fmla="*/ 55879 w 426720"/>
              <a:gd name="connsiteY8" fmla="*/ 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" h="426720">
                <a:moveTo>
                  <a:pt x="55879" y="0"/>
                </a:moveTo>
                <a:lnTo>
                  <a:pt x="370841" y="0"/>
                </a:lnTo>
                <a:cubicBezTo>
                  <a:pt x="401702" y="0"/>
                  <a:pt x="426720" y="25018"/>
                  <a:pt x="426720" y="55879"/>
                </a:cubicBezTo>
                <a:lnTo>
                  <a:pt x="426720" y="370841"/>
                </a:lnTo>
                <a:cubicBezTo>
                  <a:pt x="426720" y="401702"/>
                  <a:pt x="401702" y="426720"/>
                  <a:pt x="370841" y="426720"/>
                </a:cubicBezTo>
                <a:lnTo>
                  <a:pt x="55879" y="426720"/>
                </a:lnTo>
                <a:cubicBezTo>
                  <a:pt x="25018" y="426720"/>
                  <a:pt x="0" y="401702"/>
                  <a:pt x="0" y="370841"/>
                </a:cubicBezTo>
                <a:lnTo>
                  <a:pt x="0" y="55879"/>
                </a:lnTo>
                <a:cubicBezTo>
                  <a:pt x="0" y="25018"/>
                  <a:pt x="25018" y="0"/>
                  <a:pt x="5587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E7E4DBAB-DB0F-0BEE-8592-CBDE7C0266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51574" y="4606791"/>
            <a:ext cx="2140940" cy="1187767"/>
          </a:xfrm>
          <a:custGeom>
            <a:avLst/>
            <a:gdLst>
              <a:gd name="connsiteX0" fmla="*/ 155538 w 2140940"/>
              <a:gd name="connsiteY0" fmla="*/ 0 h 1187767"/>
              <a:gd name="connsiteX1" fmla="*/ 1985402 w 2140940"/>
              <a:gd name="connsiteY1" fmla="*/ 0 h 1187767"/>
              <a:gd name="connsiteX2" fmla="*/ 2140940 w 2140940"/>
              <a:gd name="connsiteY2" fmla="*/ 155538 h 1187767"/>
              <a:gd name="connsiteX3" fmla="*/ 2140940 w 2140940"/>
              <a:gd name="connsiteY3" fmla="*/ 1032229 h 1187767"/>
              <a:gd name="connsiteX4" fmla="*/ 1985402 w 2140940"/>
              <a:gd name="connsiteY4" fmla="*/ 1187767 h 1187767"/>
              <a:gd name="connsiteX5" fmla="*/ 155538 w 2140940"/>
              <a:gd name="connsiteY5" fmla="*/ 1187767 h 1187767"/>
              <a:gd name="connsiteX6" fmla="*/ 0 w 2140940"/>
              <a:gd name="connsiteY6" fmla="*/ 1032229 h 1187767"/>
              <a:gd name="connsiteX7" fmla="*/ 0 w 2140940"/>
              <a:gd name="connsiteY7" fmla="*/ 155538 h 1187767"/>
              <a:gd name="connsiteX8" fmla="*/ 155538 w 2140940"/>
              <a:gd name="connsiteY8" fmla="*/ 0 h 118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0940" h="1187767">
                <a:moveTo>
                  <a:pt x="155538" y="0"/>
                </a:moveTo>
                <a:lnTo>
                  <a:pt x="1985402" y="0"/>
                </a:lnTo>
                <a:cubicBezTo>
                  <a:pt x="2071303" y="0"/>
                  <a:pt x="2140940" y="69637"/>
                  <a:pt x="2140940" y="155538"/>
                </a:cubicBezTo>
                <a:lnTo>
                  <a:pt x="2140940" y="1032229"/>
                </a:lnTo>
                <a:cubicBezTo>
                  <a:pt x="2140940" y="1118130"/>
                  <a:pt x="2071303" y="1187767"/>
                  <a:pt x="1985402" y="1187767"/>
                </a:cubicBezTo>
                <a:lnTo>
                  <a:pt x="155538" y="1187767"/>
                </a:lnTo>
                <a:cubicBezTo>
                  <a:pt x="69637" y="1187767"/>
                  <a:pt x="0" y="1118130"/>
                  <a:pt x="0" y="1032229"/>
                </a:cubicBezTo>
                <a:lnTo>
                  <a:pt x="0" y="155538"/>
                </a:lnTo>
                <a:cubicBezTo>
                  <a:pt x="0" y="69637"/>
                  <a:pt x="69637" y="0"/>
                  <a:pt x="1555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0A5DD89E-93E0-8072-243A-6B32664DF4C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19986" y="4606790"/>
            <a:ext cx="2140940" cy="1187767"/>
          </a:xfrm>
          <a:custGeom>
            <a:avLst/>
            <a:gdLst>
              <a:gd name="connsiteX0" fmla="*/ 155538 w 2140940"/>
              <a:gd name="connsiteY0" fmla="*/ 0 h 1187767"/>
              <a:gd name="connsiteX1" fmla="*/ 1985402 w 2140940"/>
              <a:gd name="connsiteY1" fmla="*/ 0 h 1187767"/>
              <a:gd name="connsiteX2" fmla="*/ 2140940 w 2140940"/>
              <a:gd name="connsiteY2" fmla="*/ 155538 h 1187767"/>
              <a:gd name="connsiteX3" fmla="*/ 2140940 w 2140940"/>
              <a:gd name="connsiteY3" fmla="*/ 1032229 h 1187767"/>
              <a:gd name="connsiteX4" fmla="*/ 1985402 w 2140940"/>
              <a:gd name="connsiteY4" fmla="*/ 1187767 h 1187767"/>
              <a:gd name="connsiteX5" fmla="*/ 155538 w 2140940"/>
              <a:gd name="connsiteY5" fmla="*/ 1187767 h 1187767"/>
              <a:gd name="connsiteX6" fmla="*/ 0 w 2140940"/>
              <a:gd name="connsiteY6" fmla="*/ 1032229 h 1187767"/>
              <a:gd name="connsiteX7" fmla="*/ 0 w 2140940"/>
              <a:gd name="connsiteY7" fmla="*/ 155538 h 1187767"/>
              <a:gd name="connsiteX8" fmla="*/ 155538 w 2140940"/>
              <a:gd name="connsiteY8" fmla="*/ 0 h 118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0940" h="1187767">
                <a:moveTo>
                  <a:pt x="155538" y="0"/>
                </a:moveTo>
                <a:lnTo>
                  <a:pt x="1985402" y="0"/>
                </a:lnTo>
                <a:cubicBezTo>
                  <a:pt x="2071303" y="0"/>
                  <a:pt x="2140940" y="69637"/>
                  <a:pt x="2140940" y="155538"/>
                </a:cubicBezTo>
                <a:lnTo>
                  <a:pt x="2140940" y="1032229"/>
                </a:lnTo>
                <a:cubicBezTo>
                  <a:pt x="2140940" y="1118130"/>
                  <a:pt x="2071303" y="1187767"/>
                  <a:pt x="1985402" y="1187767"/>
                </a:cubicBezTo>
                <a:lnTo>
                  <a:pt x="155538" y="1187767"/>
                </a:lnTo>
                <a:cubicBezTo>
                  <a:pt x="69637" y="1187767"/>
                  <a:pt x="0" y="1118130"/>
                  <a:pt x="0" y="1032229"/>
                </a:cubicBezTo>
                <a:lnTo>
                  <a:pt x="0" y="155538"/>
                </a:lnTo>
                <a:cubicBezTo>
                  <a:pt x="0" y="69637"/>
                  <a:pt x="69637" y="0"/>
                  <a:pt x="1555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1DDF1F9F-42CF-B408-AB5E-7659EEB0792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88399" y="4606790"/>
            <a:ext cx="2140940" cy="1187767"/>
          </a:xfrm>
          <a:custGeom>
            <a:avLst/>
            <a:gdLst>
              <a:gd name="connsiteX0" fmla="*/ 155538 w 2140940"/>
              <a:gd name="connsiteY0" fmla="*/ 0 h 1187767"/>
              <a:gd name="connsiteX1" fmla="*/ 1985402 w 2140940"/>
              <a:gd name="connsiteY1" fmla="*/ 0 h 1187767"/>
              <a:gd name="connsiteX2" fmla="*/ 2140940 w 2140940"/>
              <a:gd name="connsiteY2" fmla="*/ 155538 h 1187767"/>
              <a:gd name="connsiteX3" fmla="*/ 2140940 w 2140940"/>
              <a:gd name="connsiteY3" fmla="*/ 1032229 h 1187767"/>
              <a:gd name="connsiteX4" fmla="*/ 1985402 w 2140940"/>
              <a:gd name="connsiteY4" fmla="*/ 1187767 h 1187767"/>
              <a:gd name="connsiteX5" fmla="*/ 155538 w 2140940"/>
              <a:gd name="connsiteY5" fmla="*/ 1187767 h 1187767"/>
              <a:gd name="connsiteX6" fmla="*/ 0 w 2140940"/>
              <a:gd name="connsiteY6" fmla="*/ 1032229 h 1187767"/>
              <a:gd name="connsiteX7" fmla="*/ 0 w 2140940"/>
              <a:gd name="connsiteY7" fmla="*/ 155538 h 1187767"/>
              <a:gd name="connsiteX8" fmla="*/ 155538 w 2140940"/>
              <a:gd name="connsiteY8" fmla="*/ 0 h 118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0940" h="1187767">
                <a:moveTo>
                  <a:pt x="155538" y="0"/>
                </a:moveTo>
                <a:lnTo>
                  <a:pt x="1985402" y="0"/>
                </a:lnTo>
                <a:cubicBezTo>
                  <a:pt x="2071303" y="0"/>
                  <a:pt x="2140940" y="69637"/>
                  <a:pt x="2140940" y="155538"/>
                </a:cubicBezTo>
                <a:lnTo>
                  <a:pt x="2140940" y="1032229"/>
                </a:lnTo>
                <a:cubicBezTo>
                  <a:pt x="2140940" y="1118130"/>
                  <a:pt x="2071303" y="1187767"/>
                  <a:pt x="1985402" y="1187767"/>
                </a:cubicBezTo>
                <a:lnTo>
                  <a:pt x="155538" y="1187767"/>
                </a:lnTo>
                <a:cubicBezTo>
                  <a:pt x="69637" y="1187767"/>
                  <a:pt x="0" y="1118130"/>
                  <a:pt x="0" y="1032229"/>
                </a:cubicBezTo>
                <a:lnTo>
                  <a:pt x="0" y="155538"/>
                </a:lnTo>
                <a:cubicBezTo>
                  <a:pt x="0" y="69637"/>
                  <a:pt x="69637" y="0"/>
                  <a:pt x="1555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29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F86A0D4-D988-EBCC-5DE6-5955528161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0263" y="2055205"/>
            <a:ext cx="2208339" cy="2469171"/>
          </a:xfrm>
          <a:custGeom>
            <a:avLst/>
            <a:gdLst>
              <a:gd name="connsiteX0" fmla="*/ 196034 w 2208339"/>
              <a:gd name="connsiteY0" fmla="*/ 0 h 2469171"/>
              <a:gd name="connsiteX1" fmla="*/ 2012305 w 2208339"/>
              <a:gd name="connsiteY1" fmla="*/ 0 h 2469171"/>
              <a:gd name="connsiteX2" fmla="*/ 2208339 w 2208339"/>
              <a:gd name="connsiteY2" fmla="*/ 196034 h 2469171"/>
              <a:gd name="connsiteX3" fmla="*/ 2208339 w 2208339"/>
              <a:gd name="connsiteY3" fmla="*/ 2273137 h 2469171"/>
              <a:gd name="connsiteX4" fmla="*/ 2012305 w 2208339"/>
              <a:gd name="connsiteY4" fmla="*/ 2469171 h 2469171"/>
              <a:gd name="connsiteX5" fmla="*/ 196034 w 2208339"/>
              <a:gd name="connsiteY5" fmla="*/ 2469171 h 2469171"/>
              <a:gd name="connsiteX6" fmla="*/ 0 w 2208339"/>
              <a:gd name="connsiteY6" fmla="*/ 2273137 h 2469171"/>
              <a:gd name="connsiteX7" fmla="*/ 0 w 2208339"/>
              <a:gd name="connsiteY7" fmla="*/ 196034 h 2469171"/>
              <a:gd name="connsiteX8" fmla="*/ 196034 w 2208339"/>
              <a:gd name="connsiteY8" fmla="*/ 0 h 2469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339" h="2469171">
                <a:moveTo>
                  <a:pt x="196034" y="0"/>
                </a:moveTo>
                <a:lnTo>
                  <a:pt x="2012305" y="0"/>
                </a:lnTo>
                <a:cubicBezTo>
                  <a:pt x="2120572" y="0"/>
                  <a:pt x="2208339" y="87767"/>
                  <a:pt x="2208339" y="196034"/>
                </a:cubicBezTo>
                <a:lnTo>
                  <a:pt x="2208339" y="2273137"/>
                </a:lnTo>
                <a:cubicBezTo>
                  <a:pt x="2208339" y="2381404"/>
                  <a:pt x="2120572" y="2469171"/>
                  <a:pt x="2012305" y="2469171"/>
                </a:cubicBezTo>
                <a:lnTo>
                  <a:pt x="196034" y="2469171"/>
                </a:lnTo>
                <a:cubicBezTo>
                  <a:pt x="87767" y="2469171"/>
                  <a:pt x="0" y="2381404"/>
                  <a:pt x="0" y="2273137"/>
                </a:cubicBezTo>
                <a:lnTo>
                  <a:pt x="0" y="196034"/>
                </a:lnTo>
                <a:cubicBezTo>
                  <a:pt x="0" y="87767"/>
                  <a:pt x="87767" y="0"/>
                  <a:pt x="1960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3477DB2-308D-D6E8-5CA2-E7A06F6353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25229" y="2055204"/>
            <a:ext cx="2208339" cy="2469171"/>
          </a:xfrm>
          <a:custGeom>
            <a:avLst/>
            <a:gdLst>
              <a:gd name="connsiteX0" fmla="*/ 196034 w 2208339"/>
              <a:gd name="connsiteY0" fmla="*/ 0 h 2469171"/>
              <a:gd name="connsiteX1" fmla="*/ 2012305 w 2208339"/>
              <a:gd name="connsiteY1" fmla="*/ 0 h 2469171"/>
              <a:gd name="connsiteX2" fmla="*/ 2208339 w 2208339"/>
              <a:gd name="connsiteY2" fmla="*/ 196034 h 2469171"/>
              <a:gd name="connsiteX3" fmla="*/ 2208339 w 2208339"/>
              <a:gd name="connsiteY3" fmla="*/ 2273137 h 2469171"/>
              <a:gd name="connsiteX4" fmla="*/ 2012305 w 2208339"/>
              <a:gd name="connsiteY4" fmla="*/ 2469171 h 2469171"/>
              <a:gd name="connsiteX5" fmla="*/ 196034 w 2208339"/>
              <a:gd name="connsiteY5" fmla="*/ 2469171 h 2469171"/>
              <a:gd name="connsiteX6" fmla="*/ 0 w 2208339"/>
              <a:gd name="connsiteY6" fmla="*/ 2273137 h 2469171"/>
              <a:gd name="connsiteX7" fmla="*/ 0 w 2208339"/>
              <a:gd name="connsiteY7" fmla="*/ 196034 h 2469171"/>
              <a:gd name="connsiteX8" fmla="*/ 196034 w 2208339"/>
              <a:gd name="connsiteY8" fmla="*/ 0 h 2469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339" h="2469171">
                <a:moveTo>
                  <a:pt x="196034" y="0"/>
                </a:moveTo>
                <a:lnTo>
                  <a:pt x="2012305" y="0"/>
                </a:lnTo>
                <a:cubicBezTo>
                  <a:pt x="2120572" y="0"/>
                  <a:pt x="2208339" y="87767"/>
                  <a:pt x="2208339" y="196034"/>
                </a:cubicBezTo>
                <a:lnTo>
                  <a:pt x="2208339" y="2273137"/>
                </a:lnTo>
                <a:cubicBezTo>
                  <a:pt x="2208339" y="2381404"/>
                  <a:pt x="2120572" y="2469171"/>
                  <a:pt x="2012305" y="2469171"/>
                </a:cubicBezTo>
                <a:lnTo>
                  <a:pt x="196034" y="2469171"/>
                </a:lnTo>
                <a:cubicBezTo>
                  <a:pt x="87767" y="2469171"/>
                  <a:pt x="0" y="2381404"/>
                  <a:pt x="0" y="2273137"/>
                </a:cubicBezTo>
                <a:lnTo>
                  <a:pt x="0" y="196034"/>
                </a:lnTo>
                <a:cubicBezTo>
                  <a:pt x="0" y="87767"/>
                  <a:pt x="87767" y="0"/>
                  <a:pt x="1960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72DB170-88E3-813E-E4BD-C24ED415ACC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70884" y="2055204"/>
            <a:ext cx="2208339" cy="2469171"/>
          </a:xfrm>
          <a:custGeom>
            <a:avLst/>
            <a:gdLst>
              <a:gd name="connsiteX0" fmla="*/ 196034 w 2208339"/>
              <a:gd name="connsiteY0" fmla="*/ 0 h 2469171"/>
              <a:gd name="connsiteX1" fmla="*/ 2012305 w 2208339"/>
              <a:gd name="connsiteY1" fmla="*/ 0 h 2469171"/>
              <a:gd name="connsiteX2" fmla="*/ 2208339 w 2208339"/>
              <a:gd name="connsiteY2" fmla="*/ 196034 h 2469171"/>
              <a:gd name="connsiteX3" fmla="*/ 2208339 w 2208339"/>
              <a:gd name="connsiteY3" fmla="*/ 2273137 h 2469171"/>
              <a:gd name="connsiteX4" fmla="*/ 2012305 w 2208339"/>
              <a:gd name="connsiteY4" fmla="*/ 2469171 h 2469171"/>
              <a:gd name="connsiteX5" fmla="*/ 196034 w 2208339"/>
              <a:gd name="connsiteY5" fmla="*/ 2469171 h 2469171"/>
              <a:gd name="connsiteX6" fmla="*/ 0 w 2208339"/>
              <a:gd name="connsiteY6" fmla="*/ 2273137 h 2469171"/>
              <a:gd name="connsiteX7" fmla="*/ 0 w 2208339"/>
              <a:gd name="connsiteY7" fmla="*/ 196034 h 2469171"/>
              <a:gd name="connsiteX8" fmla="*/ 196034 w 2208339"/>
              <a:gd name="connsiteY8" fmla="*/ 0 h 2469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339" h="2469171">
                <a:moveTo>
                  <a:pt x="196034" y="0"/>
                </a:moveTo>
                <a:lnTo>
                  <a:pt x="2012305" y="0"/>
                </a:lnTo>
                <a:cubicBezTo>
                  <a:pt x="2120572" y="0"/>
                  <a:pt x="2208339" y="87767"/>
                  <a:pt x="2208339" y="196034"/>
                </a:cubicBezTo>
                <a:lnTo>
                  <a:pt x="2208339" y="2273137"/>
                </a:lnTo>
                <a:cubicBezTo>
                  <a:pt x="2208339" y="2381404"/>
                  <a:pt x="2120572" y="2469171"/>
                  <a:pt x="2012305" y="2469171"/>
                </a:cubicBezTo>
                <a:lnTo>
                  <a:pt x="196034" y="2469171"/>
                </a:lnTo>
                <a:cubicBezTo>
                  <a:pt x="87767" y="2469171"/>
                  <a:pt x="0" y="2381404"/>
                  <a:pt x="0" y="2273137"/>
                </a:cubicBezTo>
                <a:lnTo>
                  <a:pt x="0" y="196034"/>
                </a:lnTo>
                <a:cubicBezTo>
                  <a:pt x="0" y="87767"/>
                  <a:pt x="87767" y="0"/>
                  <a:pt x="1960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55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CEF18E3-7605-94C3-16A7-36EA3221E16A}"/>
              </a:ext>
            </a:extLst>
          </p:cNvPr>
          <p:cNvSpPr/>
          <p:nvPr userDrawn="1"/>
        </p:nvSpPr>
        <p:spPr>
          <a:xfrm>
            <a:off x="342042" y="343356"/>
            <a:ext cx="11507918" cy="6172604"/>
          </a:xfrm>
          <a:custGeom>
            <a:avLst/>
            <a:gdLst>
              <a:gd name="connsiteX0" fmla="*/ 11290565 w 11592550"/>
              <a:gd name="connsiteY0" fmla="*/ 6172605 h 6172604"/>
              <a:gd name="connsiteX1" fmla="*/ 301985 w 11592550"/>
              <a:gd name="connsiteY1" fmla="*/ 6172605 h 6172604"/>
              <a:gd name="connsiteX2" fmla="*/ 0 w 11592550"/>
              <a:gd name="connsiteY2" fmla="*/ 5870620 h 6172604"/>
              <a:gd name="connsiteX3" fmla="*/ 0 w 11592550"/>
              <a:gd name="connsiteY3" fmla="*/ 301985 h 6172604"/>
              <a:gd name="connsiteX4" fmla="*/ 301985 w 11592550"/>
              <a:gd name="connsiteY4" fmla="*/ 0 h 6172604"/>
              <a:gd name="connsiteX5" fmla="*/ 11290565 w 11592550"/>
              <a:gd name="connsiteY5" fmla="*/ 0 h 6172604"/>
              <a:gd name="connsiteX6" fmla="*/ 11592550 w 11592550"/>
              <a:gd name="connsiteY6" fmla="*/ 301985 h 6172604"/>
              <a:gd name="connsiteX7" fmla="*/ 11592550 w 11592550"/>
              <a:gd name="connsiteY7" fmla="*/ 5870620 h 6172604"/>
              <a:gd name="connsiteX8" fmla="*/ 11290565 w 11592550"/>
              <a:gd name="connsiteY8" fmla="*/ 6172605 h 617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92550" h="6172604">
                <a:moveTo>
                  <a:pt x="11290565" y="6172605"/>
                </a:moveTo>
                <a:lnTo>
                  <a:pt x="301985" y="6172605"/>
                </a:lnTo>
                <a:cubicBezTo>
                  <a:pt x="136189" y="6172605"/>
                  <a:pt x="0" y="6037073"/>
                  <a:pt x="0" y="5870620"/>
                </a:cubicBezTo>
                <a:lnTo>
                  <a:pt x="0" y="301985"/>
                </a:lnTo>
                <a:cubicBezTo>
                  <a:pt x="0" y="136189"/>
                  <a:pt x="136189" y="0"/>
                  <a:pt x="301985" y="0"/>
                </a:cubicBezTo>
                <a:lnTo>
                  <a:pt x="11290565" y="0"/>
                </a:lnTo>
                <a:cubicBezTo>
                  <a:pt x="11457019" y="0"/>
                  <a:pt x="11592550" y="136189"/>
                  <a:pt x="11592550" y="301985"/>
                </a:cubicBezTo>
                <a:lnTo>
                  <a:pt x="11592550" y="5870620"/>
                </a:lnTo>
                <a:cubicBezTo>
                  <a:pt x="11592550" y="6037073"/>
                  <a:pt x="11456361" y="6172605"/>
                  <a:pt x="11290565" y="6172605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3175" cap="flat">
            <a:solidFill>
              <a:schemeClr val="accent2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09A6F34-BC65-C51C-A67F-04B4C7C8914F}"/>
              </a:ext>
            </a:extLst>
          </p:cNvPr>
          <p:cNvSpPr/>
          <p:nvPr userDrawn="1"/>
        </p:nvSpPr>
        <p:spPr>
          <a:xfrm>
            <a:off x="1018173" y="6467274"/>
            <a:ext cx="10155653" cy="48686"/>
          </a:xfrm>
          <a:custGeom>
            <a:avLst/>
            <a:gdLst>
              <a:gd name="connsiteX0" fmla="*/ 10132626 w 10155653"/>
              <a:gd name="connsiteY0" fmla="*/ 48686 h 48686"/>
              <a:gd name="connsiteX1" fmla="*/ 23027 w 10155653"/>
              <a:gd name="connsiteY1" fmla="*/ 48686 h 48686"/>
              <a:gd name="connsiteX2" fmla="*/ 0 w 10155653"/>
              <a:gd name="connsiteY2" fmla="*/ 25659 h 48686"/>
              <a:gd name="connsiteX3" fmla="*/ 0 w 10155653"/>
              <a:gd name="connsiteY3" fmla="*/ 23027 h 48686"/>
              <a:gd name="connsiteX4" fmla="*/ 23027 w 10155653"/>
              <a:gd name="connsiteY4" fmla="*/ 0 h 48686"/>
              <a:gd name="connsiteX5" fmla="*/ 10132626 w 10155653"/>
              <a:gd name="connsiteY5" fmla="*/ 0 h 48686"/>
              <a:gd name="connsiteX6" fmla="*/ 10155653 w 10155653"/>
              <a:gd name="connsiteY6" fmla="*/ 23027 h 48686"/>
              <a:gd name="connsiteX7" fmla="*/ 10155653 w 10155653"/>
              <a:gd name="connsiteY7" fmla="*/ 25659 h 48686"/>
              <a:gd name="connsiteX8" fmla="*/ 10132626 w 10155653"/>
              <a:gd name="connsiteY8" fmla="*/ 48686 h 4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55653" h="48686">
                <a:moveTo>
                  <a:pt x="10132626" y="48686"/>
                </a:moveTo>
                <a:lnTo>
                  <a:pt x="23027" y="48686"/>
                </a:lnTo>
                <a:cubicBezTo>
                  <a:pt x="10527" y="48686"/>
                  <a:pt x="0" y="38159"/>
                  <a:pt x="0" y="25659"/>
                </a:cubicBezTo>
                <a:lnTo>
                  <a:pt x="0" y="23027"/>
                </a:lnTo>
                <a:cubicBezTo>
                  <a:pt x="0" y="10527"/>
                  <a:pt x="10527" y="0"/>
                  <a:pt x="23027" y="0"/>
                </a:cubicBezTo>
                <a:lnTo>
                  <a:pt x="10132626" y="0"/>
                </a:lnTo>
                <a:cubicBezTo>
                  <a:pt x="10145126" y="0"/>
                  <a:pt x="10155653" y="10527"/>
                  <a:pt x="10155653" y="23027"/>
                </a:cubicBezTo>
                <a:lnTo>
                  <a:pt x="10155653" y="25659"/>
                </a:lnTo>
                <a:cubicBezTo>
                  <a:pt x="10155653" y="38817"/>
                  <a:pt x="10145126" y="48686"/>
                  <a:pt x="10132626" y="48686"/>
                </a:cubicBezTo>
                <a:close/>
              </a:path>
            </a:pathLst>
          </a:custGeom>
          <a:solidFill>
            <a:schemeClr val="accent1"/>
          </a:solidFill>
          <a:ln w="657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25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5" r:id="rId4"/>
    <p:sldLayoutId id="2147483660" r:id="rId5"/>
    <p:sldLayoutId id="2147483659" r:id="rId6"/>
    <p:sldLayoutId id="214748365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elgiriyewithana/top-spotify-songs-2023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0A769A-567C-8BB3-115F-05DBF733C71A}"/>
              </a:ext>
            </a:extLst>
          </p:cNvPr>
          <p:cNvGrpSpPr/>
          <p:nvPr/>
        </p:nvGrpSpPr>
        <p:grpSpPr>
          <a:xfrm>
            <a:off x="777240" y="1582876"/>
            <a:ext cx="762000" cy="3690931"/>
            <a:chOff x="777240" y="1582876"/>
            <a:chExt cx="762000" cy="369093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FC262E5-4166-76D0-67FB-8D0E9B80E655}"/>
                </a:ext>
              </a:extLst>
            </p:cNvPr>
            <p:cNvSpPr/>
            <p:nvPr/>
          </p:nvSpPr>
          <p:spPr>
            <a:xfrm>
              <a:off x="777240" y="1582876"/>
              <a:ext cx="762000" cy="3690931"/>
            </a:xfrm>
            <a:prstGeom prst="roundRect">
              <a:avLst>
                <a:gd name="adj" fmla="val 20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B49C17F-FD32-F1FA-5114-1A651A91F57E}"/>
                </a:ext>
              </a:extLst>
            </p:cNvPr>
            <p:cNvSpPr/>
            <p:nvPr/>
          </p:nvSpPr>
          <p:spPr>
            <a:xfrm>
              <a:off x="996462" y="1812491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7B1A0F-B0C8-2A4E-064B-CBE823BA5F8A}"/>
                </a:ext>
              </a:extLst>
            </p:cNvPr>
            <p:cNvSpPr/>
            <p:nvPr/>
          </p:nvSpPr>
          <p:spPr>
            <a:xfrm>
              <a:off x="1035279" y="3714537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D909E93-738E-E10D-CE3D-EE44913B4CFA}"/>
                </a:ext>
              </a:extLst>
            </p:cNvPr>
            <p:cNvSpPr/>
            <p:nvPr/>
          </p:nvSpPr>
          <p:spPr>
            <a:xfrm>
              <a:off x="1039884" y="4262585"/>
              <a:ext cx="238167" cy="238167"/>
            </a:xfrm>
            <a:custGeom>
              <a:avLst/>
              <a:gdLst>
                <a:gd name="connsiteX0" fmla="*/ 119084 w 238167"/>
                <a:gd name="connsiteY0" fmla="*/ 0 h 238167"/>
                <a:gd name="connsiteX1" fmla="*/ 0 w 238167"/>
                <a:gd name="connsiteY1" fmla="*/ 119083 h 238167"/>
                <a:gd name="connsiteX2" fmla="*/ 119084 w 238167"/>
                <a:gd name="connsiteY2" fmla="*/ 238167 h 238167"/>
                <a:gd name="connsiteX3" fmla="*/ 238167 w 238167"/>
                <a:gd name="connsiteY3" fmla="*/ 119083 h 238167"/>
                <a:gd name="connsiteX4" fmla="*/ 119084 w 238167"/>
                <a:gd name="connsiteY4" fmla="*/ 0 h 238167"/>
                <a:gd name="connsiteX5" fmla="*/ 119084 w 238167"/>
                <a:gd name="connsiteY5" fmla="*/ 220403 h 238167"/>
                <a:gd name="connsiteX6" fmla="*/ 17106 w 238167"/>
                <a:gd name="connsiteY6" fmla="*/ 118426 h 238167"/>
                <a:gd name="connsiteX7" fmla="*/ 119084 w 238167"/>
                <a:gd name="connsiteY7" fmla="*/ 16448 h 238167"/>
                <a:gd name="connsiteX8" fmla="*/ 221061 w 238167"/>
                <a:gd name="connsiteY8" fmla="*/ 118426 h 238167"/>
                <a:gd name="connsiteX9" fmla="*/ 119084 w 238167"/>
                <a:gd name="connsiteY9" fmla="*/ 220403 h 2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167" h="238167">
                  <a:moveTo>
                    <a:pt x="119084" y="0"/>
                  </a:moveTo>
                  <a:cubicBezTo>
                    <a:pt x="53292" y="0"/>
                    <a:pt x="0" y="53291"/>
                    <a:pt x="0" y="119083"/>
                  </a:cubicBezTo>
                  <a:cubicBezTo>
                    <a:pt x="0" y="184875"/>
                    <a:pt x="53292" y="238167"/>
                    <a:pt x="119084" y="238167"/>
                  </a:cubicBezTo>
                  <a:cubicBezTo>
                    <a:pt x="184876" y="238167"/>
                    <a:pt x="238167" y="184875"/>
                    <a:pt x="238167" y="119083"/>
                  </a:cubicBezTo>
                  <a:cubicBezTo>
                    <a:pt x="237509" y="53291"/>
                    <a:pt x="184218" y="0"/>
                    <a:pt x="119084" y="0"/>
                  </a:cubicBezTo>
                  <a:close/>
                  <a:moveTo>
                    <a:pt x="119084" y="220403"/>
                  </a:moveTo>
                  <a:cubicBezTo>
                    <a:pt x="63160" y="220403"/>
                    <a:pt x="17106" y="175007"/>
                    <a:pt x="17106" y="118426"/>
                  </a:cubicBezTo>
                  <a:cubicBezTo>
                    <a:pt x="17106" y="61844"/>
                    <a:pt x="62502" y="16448"/>
                    <a:pt x="119084" y="16448"/>
                  </a:cubicBezTo>
                  <a:cubicBezTo>
                    <a:pt x="175007" y="16448"/>
                    <a:pt x="221061" y="61844"/>
                    <a:pt x="221061" y="118426"/>
                  </a:cubicBezTo>
                  <a:cubicBezTo>
                    <a:pt x="221061" y="175007"/>
                    <a:pt x="175007" y="220403"/>
                    <a:pt x="119084" y="220403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F9A540-A30B-F10F-0794-F13B668895BD}"/>
                </a:ext>
              </a:extLst>
            </p:cNvPr>
            <p:cNvSpPr/>
            <p:nvPr/>
          </p:nvSpPr>
          <p:spPr>
            <a:xfrm>
              <a:off x="1099755" y="4321797"/>
              <a:ext cx="119083" cy="119083"/>
            </a:xfrm>
            <a:custGeom>
              <a:avLst/>
              <a:gdLst>
                <a:gd name="connsiteX0" fmla="*/ 35528 w 119083"/>
                <a:gd name="connsiteY0" fmla="*/ 35527 h 119083"/>
                <a:gd name="connsiteX1" fmla="*/ 0 w 119083"/>
                <a:gd name="connsiteY1" fmla="*/ 119083 h 119083"/>
                <a:gd name="connsiteX2" fmla="*/ 83556 w 119083"/>
                <a:gd name="connsiteY2" fmla="*/ 83556 h 119083"/>
                <a:gd name="connsiteX3" fmla="*/ 119084 w 119083"/>
                <a:gd name="connsiteY3" fmla="*/ 0 h 119083"/>
                <a:gd name="connsiteX4" fmla="*/ 35528 w 119083"/>
                <a:gd name="connsiteY4" fmla="*/ 35527 h 119083"/>
                <a:gd name="connsiteX5" fmla="*/ 59213 w 119083"/>
                <a:gd name="connsiteY5" fmla="*/ 71055 h 119083"/>
                <a:gd name="connsiteX6" fmla="*/ 47370 w 119083"/>
                <a:gd name="connsiteY6" fmla="*/ 59213 h 119083"/>
                <a:gd name="connsiteX7" fmla="*/ 59213 w 119083"/>
                <a:gd name="connsiteY7" fmla="*/ 47370 h 119083"/>
                <a:gd name="connsiteX8" fmla="*/ 71055 w 119083"/>
                <a:gd name="connsiteY8" fmla="*/ 59213 h 119083"/>
                <a:gd name="connsiteX9" fmla="*/ 59213 w 119083"/>
                <a:gd name="connsiteY9" fmla="*/ 71055 h 11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83" h="119083">
                  <a:moveTo>
                    <a:pt x="35528" y="35527"/>
                  </a:moveTo>
                  <a:lnTo>
                    <a:pt x="0" y="119083"/>
                  </a:lnTo>
                  <a:lnTo>
                    <a:pt x="83556" y="83556"/>
                  </a:lnTo>
                  <a:lnTo>
                    <a:pt x="119084" y="0"/>
                  </a:lnTo>
                  <a:lnTo>
                    <a:pt x="35528" y="35527"/>
                  </a:lnTo>
                  <a:close/>
                  <a:moveTo>
                    <a:pt x="59213" y="71055"/>
                  </a:moveTo>
                  <a:cubicBezTo>
                    <a:pt x="52634" y="71055"/>
                    <a:pt x="47370" y="65792"/>
                    <a:pt x="47370" y="59213"/>
                  </a:cubicBezTo>
                  <a:cubicBezTo>
                    <a:pt x="47370" y="52634"/>
                    <a:pt x="52634" y="47370"/>
                    <a:pt x="59213" y="47370"/>
                  </a:cubicBezTo>
                  <a:cubicBezTo>
                    <a:pt x="65792" y="47370"/>
                    <a:pt x="71055" y="52634"/>
                    <a:pt x="71055" y="59213"/>
                  </a:cubicBezTo>
                  <a:cubicBezTo>
                    <a:pt x="71055" y="65792"/>
                    <a:pt x="65792" y="71055"/>
                    <a:pt x="59213" y="71055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15B427-397D-3E9E-6F8E-E0E0E0A2D426}"/>
                </a:ext>
              </a:extLst>
            </p:cNvPr>
            <p:cNvSpPr/>
            <p:nvPr/>
          </p:nvSpPr>
          <p:spPr>
            <a:xfrm>
              <a:off x="1138572" y="4854054"/>
              <a:ext cx="62810" cy="122023"/>
            </a:xfrm>
            <a:custGeom>
              <a:avLst/>
              <a:gdLst>
                <a:gd name="connsiteX0" fmla="*/ 2632 w 62810"/>
                <a:gd name="connsiteY0" fmla="*/ 84872 h 122023"/>
                <a:gd name="connsiteX1" fmla="*/ 50002 w 62810"/>
                <a:gd name="connsiteY1" fmla="*/ 120400 h 122023"/>
                <a:gd name="connsiteX2" fmla="*/ 61187 w 62810"/>
                <a:gd name="connsiteY2" fmla="*/ 119084 h 122023"/>
                <a:gd name="connsiteX3" fmla="*/ 59871 w 62810"/>
                <a:gd name="connsiteY3" fmla="*/ 107899 h 122023"/>
                <a:gd name="connsiteX4" fmla="*/ 15790 w 62810"/>
                <a:gd name="connsiteY4" fmla="*/ 75003 h 122023"/>
                <a:gd name="connsiteX5" fmla="*/ 15790 w 62810"/>
                <a:gd name="connsiteY5" fmla="*/ 7895 h 122023"/>
                <a:gd name="connsiteX6" fmla="*/ 7895 w 62810"/>
                <a:gd name="connsiteY6" fmla="*/ 0 h 122023"/>
                <a:gd name="connsiteX7" fmla="*/ 0 w 62810"/>
                <a:gd name="connsiteY7" fmla="*/ 7895 h 122023"/>
                <a:gd name="connsiteX8" fmla="*/ 0 w 62810"/>
                <a:gd name="connsiteY8" fmla="*/ 78950 h 122023"/>
                <a:gd name="connsiteX9" fmla="*/ 2632 w 62810"/>
                <a:gd name="connsiteY9" fmla="*/ 84872 h 122023"/>
                <a:gd name="connsiteX10" fmla="*/ 2632 w 62810"/>
                <a:gd name="connsiteY10" fmla="*/ 84872 h 12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810" h="122023">
                  <a:moveTo>
                    <a:pt x="2632" y="84872"/>
                  </a:moveTo>
                  <a:lnTo>
                    <a:pt x="50002" y="120400"/>
                  </a:lnTo>
                  <a:cubicBezTo>
                    <a:pt x="53292" y="123031"/>
                    <a:pt x="58555" y="122373"/>
                    <a:pt x="61187" y="119084"/>
                  </a:cubicBezTo>
                  <a:cubicBezTo>
                    <a:pt x="63818" y="115794"/>
                    <a:pt x="63160" y="110531"/>
                    <a:pt x="59871" y="107899"/>
                  </a:cubicBezTo>
                  <a:lnTo>
                    <a:pt x="15790" y="75003"/>
                  </a:lnTo>
                  <a:lnTo>
                    <a:pt x="15790" y="7895"/>
                  </a:lnTo>
                  <a:cubicBezTo>
                    <a:pt x="15790" y="3290"/>
                    <a:pt x="12500" y="0"/>
                    <a:pt x="7895" y="0"/>
                  </a:cubicBezTo>
                  <a:cubicBezTo>
                    <a:pt x="3290" y="0"/>
                    <a:pt x="0" y="3290"/>
                    <a:pt x="0" y="7895"/>
                  </a:cubicBezTo>
                  <a:lnTo>
                    <a:pt x="0" y="78950"/>
                  </a:lnTo>
                  <a:cubicBezTo>
                    <a:pt x="0" y="81582"/>
                    <a:pt x="658" y="83556"/>
                    <a:pt x="2632" y="84872"/>
                  </a:cubicBezTo>
                  <a:lnTo>
                    <a:pt x="2632" y="848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7789C9-A2DF-94B6-D9AA-116DBA0C4B54}"/>
                </a:ext>
              </a:extLst>
            </p:cNvPr>
            <p:cNvSpPr/>
            <p:nvPr/>
          </p:nvSpPr>
          <p:spPr>
            <a:xfrm>
              <a:off x="1016115" y="4810632"/>
              <a:ext cx="252067" cy="236211"/>
            </a:xfrm>
            <a:custGeom>
              <a:avLst/>
              <a:gdLst>
                <a:gd name="connsiteX0" fmla="*/ 134300 w 252067"/>
                <a:gd name="connsiteY0" fmla="*/ 0 h 236211"/>
                <a:gd name="connsiteX1" fmla="*/ 17848 w 252067"/>
                <a:gd name="connsiteY1" fmla="*/ 98688 h 236211"/>
                <a:gd name="connsiteX2" fmla="*/ 14558 w 252067"/>
                <a:gd name="connsiteY2" fmla="*/ 94082 h 236211"/>
                <a:gd name="connsiteX3" fmla="*/ 3374 w 252067"/>
                <a:gd name="connsiteY3" fmla="*/ 92109 h 236211"/>
                <a:gd name="connsiteX4" fmla="*/ 1400 w 252067"/>
                <a:gd name="connsiteY4" fmla="*/ 103294 h 236211"/>
                <a:gd name="connsiteX5" fmla="*/ 17190 w 252067"/>
                <a:gd name="connsiteY5" fmla="*/ 126978 h 236211"/>
                <a:gd name="connsiteX6" fmla="*/ 23111 w 252067"/>
                <a:gd name="connsiteY6" fmla="*/ 130268 h 236211"/>
                <a:gd name="connsiteX7" fmla="*/ 23769 w 252067"/>
                <a:gd name="connsiteY7" fmla="*/ 130268 h 236211"/>
                <a:gd name="connsiteX8" fmla="*/ 29033 w 252067"/>
                <a:gd name="connsiteY8" fmla="*/ 127637 h 236211"/>
                <a:gd name="connsiteX9" fmla="*/ 48770 w 252067"/>
                <a:gd name="connsiteY9" fmla="*/ 107899 h 236211"/>
                <a:gd name="connsiteX10" fmla="*/ 48770 w 252067"/>
                <a:gd name="connsiteY10" fmla="*/ 96714 h 236211"/>
                <a:gd name="connsiteX11" fmla="*/ 37586 w 252067"/>
                <a:gd name="connsiteY11" fmla="*/ 96714 h 236211"/>
                <a:gd name="connsiteX12" fmla="*/ 32980 w 252067"/>
                <a:gd name="connsiteY12" fmla="*/ 101320 h 236211"/>
                <a:gd name="connsiteX13" fmla="*/ 150748 w 252067"/>
                <a:gd name="connsiteY13" fmla="*/ 16448 h 236211"/>
                <a:gd name="connsiteX14" fmla="*/ 235619 w 252067"/>
                <a:gd name="connsiteY14" fmla="*/ 134216 h 236211"/>
                <a:gd name="connsiteX15" fmla="*/ 134300 w 252067"/>
                <a:gd name="connsiteY15" fmla="*/ 220403 h 236211"/>
                <a:gd name="connsiteX16" fmla="*/ 54034 w 252067"/>
                <a:gd name="connsiteY16" fmla="*/ 180270 h 236211"/>
                <a:gd name="connsiteX17" fmla="*/ 42849 w 252067"/>
                <a:gd name="connsiteY17" fmla="*/ 178296 h 236211"/>
                <a:gd name="connsiteX18" fmla="*/ 40875 w 252067"/>
                <a:gd name="connsiteY18" fmla="*/ 189481 h 236211"/>
                <a:gd name="connsiteX19" fmla="*/ 133642 w 252067"/>
                <a:gd name="connsiteY19" fmla="*/ 236193 h 236211"/>
                <a:gd name="connsiteX20" fmla="*/ 252067 w 252067"/>
                <a:gd name="connsiteY20" fmla="*/ 117768 h 236211"/>
                <a:gd name="connsiteX21" fmla="*/ 134300 w 252067"/>
                <a:gd name="connsiteY21" fmla="*/ 0 h 23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2067" h="236211">
                  <a:moveTo>
                    <a:pt x="134300" y="0"/>
                  </a:moveTo>
                  <a:cubicBezTo>
                    <a:pt x="76403" y="0"/>
                    <a:pt x="27717" y="41449"/>
                    <a:pt x="17848" y="98688"/>
                  </a:cubicBezTo>
                  <a:lnTo>
                    <a:pt x="14558" y="94082"/>
                  </a:lnTo>
                  <a:cubicBezTo>
                    <a:pt x="11927" y="90793"/>
                    <a:pt x="7321" y="89477"/>
                    <a:pt x="3374" y="92109"/>
                  </a:cubicBezTo>
                  <a:cubicBezTo>
                    <a:pt x="84" y="94741"/>
                    <a:pt x="-1232" y="99346"/>
                    <a:pt x="1400" y="103294"/>
                  </a:cubicBezTo>
                  <a:lnTo>
                    <a:pt x="17190" y="126978"/>
                  </a:lnTo>
                  <a:cubicBezTo>
                    <a:pt x="18506" y="128952"/>
                    <a:pt x="20480" y="130268"/>
                    <a:pt x="23111" y="130268"/>
                  </a:cubicBezTo>
                  <a:lnTo>
                    <a:pt x="23769" y="130268"/>
                  </a:lnTo>
                  <a:cubicBezTo>
                    <a:pt x="25743" y="130268"/>
                    <a:pt x="27717" y="129610"/>
                    <a:pt x="29033" y="127637"/>
                  </a:cubicBezTo>
                  <a:lnTo>
                    <a:pt x="48770" y="107899"/>
                  </a:lnTo>
                  <a:cubicBezTo>
                    <a:pt x="52060" y="104609"/>
                    <a:pt x="52060" y="100004"/>
                    <a:pt x="48770" y="96714"/>
                  </a:cubicBezTo>
                  <a:cubicBezTo>
                    <a:pt x="45481" y="93425"/>
                    <a:pt x="40875" y="93425"/>
                    <a:pt x="37586" y="96714"/>
                  </a:cubicBezTo>
                  <a:lnTo>
                    <a:pt x="32980" y="101320"/>
                  </a:lnTo>
                  <a:cubicBezTo>
                    <a:pt x="42191" y="45397"/>
                    <a:pt x="94825" y="7895"/>
                    <a:pt x="150748" y="16448"/>
                  </a:cubicBezTo>
                  <a:cubicBezTo>
                    <a:pt x="206671" y="25659"/>
                    <a:pt x="244172" y="78293"/>
                    <a:pt x="235619" y="134216"/>
                  </a:cubicBezTo>
                  <a:cubicBezTo>
                    <a:pt x="227724" y="183560"/>
                    <a:pt x="184960" y="220403"/>
                    <a:pt x="134300" y="220403"/>
                  </a:cubicBezTo>
                  <a:cubicBezTo>
                    <a:pt x="102720" y="221061"/>
                    <a:pt x="72455" y="205929"/>
                    <a:pt x="54034" y="180270"/>
                  </a:cubicBezTo>
                  <a:cubicBezTo>
                    <a:pt x="51402" y="176981"/>
                    <a:pt x="46796" y="175665"/>
                    <a:pt x="42849" y="178296"/>
                  </a:cubicBezTo>
                  <a:cubicBezTo>
                    <a:pt x="39559" y="180928"/>
                    <a:pt x="38243" y="185534"/>
                    <a:pt x="40875" y="189481"/>
                  </a:cubicBezTo>
                  <a:cubicBezTo>
                    <a:pt x="62587" y="219087"/>
                    <a:pt x="97456" y="236851"/>
                    <a:pt x="133642" y="236193"/>
                  </a:cubicBezTo>
                  <a:cubicBezTo>
                    <a:pt x="198776" y="236193"/>
                    <a:pt x="252067" y="183560"/>
                    <a:pt x="252067" y="117768"/>
                  </a:cubicBezTo>
                  <a:cubicBezTo>
                    <a:pt x="252067" y="51976"/>
                    <a:pt x="199434" y="0"/>
                    <a:pt x="134300" y="0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420EEB-45A5-4CCB-E0E3-5B6FB0064337}"/>
                </a:ext>
              </a:extLst>
            </p:cNvPr>
            <p:cNvSpPr/>
            <p:nvPr/>
          </p:nvSpPr>
          <p:spPr>
            <a:xfrm>
              <a:off x="954355" y="2365801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5B24-4540-4642-BF13-108511392BF5}"/>
              </a:ext>
            </a:extLst>
          </p:cNvPr>
          <p:cNvGrpSpPr/>
          <p:nvPr/>
        </p:nvGrpSpPr>
        <p:grpSpPr>
          <a:xfrm>
            <a:off x="4903294" y="3663863"/>
            <a:ext cx="2890694" cy="842265"/>
            <a:chOff x="4365215" y="3262625"/>
            <a:chExt cx="2890694" cy="84226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201F95-85C6-E3FB-7CB0-837602D1DDDD}"/>
                </a:ext>
              </a:extLst>
            </p:cNvPr>
            <p:cNvSpPr/>
            <p:nvPr/>
          </p:nvSpPr>
          <p:spPr>
            <a:xfrm>
              <a:off x="4365215" y="3262625"/>
              <a:ext cx="842265" cy="842265"/>
            </a:xfrm>
            <a:custGeom>
              <a:avLst/>
              <a:gdLst>
                <a:gd name="connsiteX0" fmla="*/ 804636 w 1609272"/>
                <a:gd name="connsiteY0" fmla="*/ 0 h 1609272"/>
                <a:gd name="connsiteX1" fmla="*/ 0 w 1609272"/>
                <a:gd name="connsiteY1" fmla="*/ 804636 h 1609272"/>
                <a:gd name="connsiteX2" fmla="*/ 804636 w 1609272"/>
                <a:gd name="connsiteY2" fmla="*/ 1609272 h 1609272"/>
                <a:gd name="connsiteX3" fmla="*/ 1609272 w 1609272"/>
                <a:gd name="connsiteY3" fmla="*/ 804636 h 1609272"/>
                <a:gd name="connsiteX4" fmla="*/ 804636 w 1609272"/>
                <a:gd name="connsiteY4" fmla="*/ 0 h 1609272"/>
                <a:gd name="connsiteX5" fmla="*/ 1173729 w 1609272"/>
                <a:gd name="connsiteY5" fmla="*/ 1161229 h 1609272"/>
                <a:gd name="connsiteX6" fmla="*/ 1104647 w 1609272"/>
                <a:gd name="connsiteY6" fmla="*/ 1177677 h 1609272"/>
                <a:gd name="connsiteX7" fmla="*/ 397383 w 1609272"/>
                <a:gd name="connsiteY7" fmla="*/ 1100042 h 1609272"/>
                <a:gd name="connsiteX8" fmla="*/ 337513 w 1609272"/>
                <a:gd name="connsiteY8" fmla="*/ 1062541 h 1609272"/>
                <a:gd name="connsiteX9" fmla="*/ 375014 w 1609272"/>
                <a:gd name="connsiteY9" fmla="*/ 1002670 h 1609272"/>
                <a:gd name="connsiteX10" fmla="*/ 1156623 w 1609272"/>
                <a:gd name="connsiteY10" fmla="*/ 1092147 h 1609272"/>
                <a:gd name="connsiteX11" fmla="*/ 1173729 w 1609272"/>
                <a:gd name="connsiteY11" fmla="*/ 1161229 h 1609272"/>
                <a:gd name="connsiteX12" fmla="*/ 1173729 w 1609272"/>
                <a:gd name="connsiteY12" fmla="*/ 1161229 h 1609272"/>
                <a:gd name="connsiteX13" fmla="*/ 1173729 w 1609272"/>
                <a:gd name="connsiteY13" fmla="*/ 1161229 h 1609272"/>
                <a:gd name="connsiteX14" fmla="*/ 1271759 w 1609272"/>
                <a:gd name="connsiteY14" fmla="*/ 942141 h 1609272"/>
                <a:gd name="connsiteX15" fmla="*/ 1185572 w 1609272"/>
                <a:gd name="connsiteY15" fmla="*/ 963195 h 1609272"/>
                <a:gd name="connsiteX16" fmla="*/ 383567 w 1609272"/>
                <a:gd name="connsiteY16" fmla="*/ 869112 h 1609272"/>
                <a:gd name="connsiteX17" fmla="*/ 305933 w 1609272"/>
                <a:gd name="connsiteY17" fmla="*/ 827663 h 1609272"/>
                <a:gd name="connsiteX18" fmla="*/ 348039 w 1609272"/>
                <a:gd name="connsiteY18" fmla="*/ 750029 h 1609272"/>
                <a:gd name="connsiteX19" fmla="*/ 1252679 w 1609272"/>
                <a:gd name="connsiteY19" fmla="*/ 856612 h 1609272"/>
                <a:gd name="connsiteX20" fmla="*/ 1271759 w 1609272"/>
                <a:gd name="connsiteY20" fmla="*/ 942141 h 1609272"/>
                <a:gd name="connsiteX21" fmla="*/ 1271759 w 1609272"/>
                <a:gd name="connsiteY21" fmla="*/ 942141 h 1609272"/>
                <a:gd name="connsiteX22" fmla="*/ 1280970 w 1609272"/>
                <a:gd name="connsiteY22" fmla="*/ 713185 h 1609272"/>
                <a:gd name="connsiteX23" fmla="*/ 345408 w 1609272"/>
                <a:gd name="connsiteY23" fmla="*/ 619761 h 1609272"/>
                <a:gd name="connsiteX24" fmla="*/ 251326 w 1609272"/>
                <a:gd name="connsiteY24" fmla="*/ 569759 h 1609272"/>
                <a:gd name="connsiteX25" fmla="*/ 301327 w 1609272"/>
                <a:gd name="connsiteY25" fmla="*/ 475676 h 1609272"/>
                <a:gd name="connsiteX26" fmla="*/ 1356631 w 1609272"/>
                <a:gd name="connsiteY26" fmla="*/ 583575 h 1609272"/>
                <a:gd name="connsiteX27" fmla="*/ 1382290 w 1609272"/>
                <a:gd name="connsiteY27" fmla="*/ 686211 h 1609272"/>
                <a:gd name="connsiteX28" fmla="*/ 1280970 w 1609272"/>
                <a:gd name="connsiteY28" fmla="*/ 713185 h 1609272"/>
                <a:gd name="connsiteX29" fmla="*/ 1280970 w 1609272"/>
                <a:gd name="connsiteY29" fmla="*/ 713185 h 160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09272" h="1609272">
                  <a:moveTo>
                    <a:pt x="804636" y="0"/>
                  </a:moveTo>
                  <a:cubicBezTo>
                    <a:pt x="359882" y="0"/>
                    <a:pt x="0" y="360540"/>
                    <a:pt x="0" y="804636"/>
                  </a:cubicBezTo>
                  <a:cubicBezTo>
                    <a:pt x="0" y="1249390"/>
                    <a:pt x="360540" y="1609272"/>
                    <a:pt x="804636" y="1609272"/>
                  </a:cubicBezTo>
                  <a:cubicBezTo>
                    <a:pt x="1249390" y="1609272"/>
                    <a:pt x="1609272" y="1248732"/>
                    <a:pt x="1609272" y="804636"/>
                  </a:cubicBezTo>
                  <a:cubicBezTo>
                    <a:pt x="1609272" y="360540"/>
                    <a:pt x="1248732" y="0"/>
                    <a:pt x="804636" y="0"/>
                  </a:cubicBezTo>
                  <a:close/>
                  <a:moveTo>
                    <a:pt x="1173729" y="1161229"/>
                  </a:moveTo>
                  <a:cubicBezTo>
                    <a:pt x="1159255" y="1185572"/>
                    <a:pt x="1128333" y="1192151"/>
                    <a:pt x="1104647" y="1177677"/>
                  </a:cubicBezTo>
                  <a:cubicBezTo>
                    <a:pt x="915167" y="1062541"/>
                    <a:pt x="677658" y="1036224"/>
                    <a:pt x="397383" y="1100042"/>
                  </a:cubicBezTo>
                  <a:cubicBezTo>
                    <a:pt x="370409" y="1105964"/>
                    <a:pt x="343434" y="1089516"/>
                    <a:pt x="337513" y="1062541"/>
                  </a:cubicBezTo>
                  <a:cubicBezTo>
                    <a:pt x="331591" y="1035566"/>
                    <a:pt x="348039" y="1008591"/>
                    <a:pt x="375014" y="1002670"/>
                  </a:cubicBezTo>
                  <a:cubicBezTo>
                    <a:pt x="681605" y="932273"/>
                    <a:pt x="944773" y="962537"/>
                    <a:pt x="1156623" y="1092147"/>
                  </a:cubicBezTo>
                  <a:cubicBezTo>
                    <a:pt x="1180308" y="1106621"/>
                    <a:pt x="1188203" y="1137544"/>
                    <a:pt x="1173729" y="1161229"/>
                  </a:cubicBezTo>
                  <a:cubicBezTo>
                    <a:pt x="1173729" y="1161229"/>
                    <a:pt x="1173729" y="1161229"/>
                    <a:pt x="1173729" y="1161229"/>
                  </a:cubicBezTo>
                  <a:lnTo>
                    <a:pt x="1173729" y="1161229"/>
                  </a:lnTo>
                  <a:close/>
                  <a:moveTo>
                    <a:pt x="1271759" y="942141"/>
                  </a:moveTo>
                  <a:cubicBezTo>
                    <a:pt x="1253338" y="971748"/>
                    <a:pt x="1215178" y="980301"/>
                    <a:pt x="1185572" y="963195"/>
                  </a:cubicBezTo>
                  <a:cubicBezTo>
                    <a:pt x="969116" y="830295"/>
                    <a:pt x="639498" y="792136"/>
                    <a:pt x="383567" y="869112"/>
                  </a:cubicBezTo>
                  <a:cubicBezTo>
                    <a:pt x="350014" y="878981"/>
                    <a:pt x="315143" y="860559"/>
                    <a:pt x="305933" y="827663"/>
                  </a:cubicBezTo>
                  <a:cubicBezTo>
                    <a:pt x="296064" y="794109"/>
                    <a:pt x="314486" y="759240"/>
                    <a:pt x="348039" y="750029"/>
                  </a:cubicBezTo>
                  <a:cubicBezTo>
                    <a:pt x="640156" y="661868"/>
                    <a:pt x="1003328" y="703974"/>
                    <a:pt x="1252679" y="856612"/>
                  </a:cubicBezTo>
                  <a:cubicBezTo>
                    <a:pt x="1281628" y="873718"/>
                    <a:pt x="1290181" y="912535"/>
                    <a:pt x="1271759" y="942141"/>
                  </a:cubicBezTo>
                  <a:lnTo>
                    <a:pt x="1271759" y="942141"/>
                  </a:lnTo>
                  <a:close/>
                  <a:moveTo>
                    <a:pt x="1280970" y="713185"/>
                  </a:moveTo>
                  <a:cubicBezTo>
                    <a:pt x="1021092" y="559232"/>
                    <a:pt x="593444" y="544758"/>
                    <a:pt x="345408" y="619761"/>
                  </a:cubicBezTo>
                  <a:cubicBezTo>
                    <a:pt x="305933" y="632261"/>
                    <a:pt x="263826" y="609234"/>
                    <a:pt x="251326" y="569759"/>
                  </a:cubicBezTo>
                  <a:cubicBezTo>
                    <a:pt x="238825" y="530284"/>
                    <a:pt x="261852" y="488177"/>
                    <a:pt x="301327" y="475676"/>
                  </a:cubicBezTo>
                  <a:cubicBezTo>
                    <a:pt x="586207" y="389489"/>
                    <a:pt x="1058593" y="406595"/>
                    <a:pt x="1356631" y="583575"/>
                  </a:cubicBezTo>
                  <a:cubicBezTo>
                    <a:pt x="1392159" y="604629"/>
                    <a:pt x="1404001" y="650683"/>
                    <a:pt x="1382290" y="686211"/>
                  </a:cubicBezTo>
                  <a:cubicBezTo>
                    <a:pt x="1363210" y="723054"/>
                    <a:pt x="1316498" y="734239"/>
                    <a:pt x="1280970" y="713185"/>
                  </a:cubicBezTo>
                  <a:lnTo>
                    <a:pt x="1280970" y="713185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EBA37F2-F15B-223B-CFBC-79F07B1A0E9D}"/>
                </a:ext>
              </a:extLst>
            </p:cNvPr>
            <p:cNvSpPr txBox="1"/>
            <p:nvPr/>
          </p:nvSpPr>
          <p:spPr>
            <a:xfrm>
              <a:off x="5277965" y="3391371"/>
              <a:ext cx="197794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/>
                  </a:solidFill>
                  <a:latin typeface="+mj-lt"/>
                </a:rPr>
                <a:t>Spotify</a:t>
              </a:r>
              <a:endParaRPr lang="en-IN" sz="6000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84E169C-9A32-F33B-BD9A-01E6DD17285C}"/>
              </a:ext>
            </a:extLst>
          </p:cNvPr>
          <p:cNvSpPr txBox="1"/>
          <p:nvPr/>
        </p:nvSpPr>
        <p:spPr>
          <a:xfrm>
            <a:off x="3090416" y="1812491"/>
            <a:ext cx="6516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+mj-lt"/>
              </a:rPr>
              <a:t>Top Streamed Songs Analysis</a:t>
            </a:r>
            <a:endParaRPr lang="en-IN" sz="5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16270-8C94-550F-4E5F-39CD7D709730}"/>
              </a:ext>
            </a:extLst>
          </p:cNvPr>
          <p:cNvSpPr txBox="1"/>
          <p:nvPr/>
        </p:nvSpPr>
        <p:spPr>
          <a:xfrm>
            <a:off x="8188752" y="4810632"/>
            <a:ext cx="3350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Megha Rose Denny</a:t>
            </a:r>
          </a:p>
        </p:txBody>
      </p:sp>
    </p:spTree>
    <p:extLst>
      <p:ext uri="{BB962C8B-B14F-4D97-AF65-F5344CB8AC3E}">
        <p14:creationId xmlns:p14="http://schemas.microsoft.com/office/powerpoint/2010/main" val="287519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46451B76-985A-8EDA-B1CA-845D2FE65792}"/>
              </a:ext>
            </a:extLst>
          </p:cNvPr>
          <p:cNvGrpSpPr/>
          <p:nvPr/>
        </p:nvGrpSpPr>
        <p:grpSpPr>
          <a:xfrm>
            <a:off x="777240" y="758391"/>
            <a:ext cx="762000" cy="5341218"/>
            <a:chOff x="777240" y="758391"/>
            <a:chExt cx="762000" cy="534121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7BAEF5B-50AF-8483-4D73-4B6EF4ECE164}"/>
                </a:ext>
              </a:extLst>
            </p:cNvPr>
            <p:cNvSpPr/>
            <p:nvPr/>
          </p:nvSpPr>
          <p:spPr>
            <a:xfrm>
              <a:off x="777240" y="758391"/>
              <a:ext cx="762000" cy="5341218"/>
            </a:xfrm>
            <a:prstGeom prst="roundRect">
              <a:avLst>
                <a:gd name="adj" fmla="val 2098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E335594C-F14A-4965-A518-0C148021B0A2}"/>
                </a:ext>
              </a:extLst>
            </p:cNvPr>
            <p:cNvSpPr/>
            <p:nvPr/>
          </p:nvSpPr>
          <p:spPr>
            <a:xfrm>
              <a:off x="996461" y="1002487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1E73F71-81D7-A99E-4BED-7D58F10DD0E8}"/>
                </a:ext>
              </a:extLst>
            </p:cNvPr>
            <p:cNvSpPr/>
            <p:nvPr/>
          </p:nvSpPr>
          <p:spPr>
            <a:xfrm>
              <a:off x="954355" y="1566210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A8F1B14-52F1-2868-C0A8-8E495C0734B1}"/>
                </a:ext>
              </a:extLst>
            </p:cNvPr>
            <p:cNvSpPr/>
            <p:nvPr/>
          </p:nvSpPr>
          <p:spPr>
            <a:xfrm>
              <a:off x="1039157" y="2926333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668C13-B09F-C18A-F5A9-4341613F14E3}"/>
                </a:ext>
              </a:extLst>
            </p:cNvPr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2A608B9C-DC5F-D146-245B-70CB12195D3C}"/>
                  </a:ext>
                </a:extLst>
              </p:cNvPr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avLst/>
                <a:gdLst>
                  <a:gd name="connsiteX0" fmla="*/ 119084 w 238167"/>
                  <a:gd name="connsiteY0" fmla="*/ 0 h 238167"/>
                  <a:gd name="connsiteX1" fmla="*/ 0 w 238167"/>
                  <a:gd name="connsiteY1" fmla="*/ 119083 h 238167"/>
                  <a:gd name="connsiteX2" fmla="*/ 119084 w 238167"/>
                  <a:gd name="connsiteY2" fmla="*/ 238167 h 238167"/>
                  <a:gd name="connsiteX3" fmla="*/ 238167 w 238167"/>
                  <a:gd name="connsiteY3" fmla="*/ 119083 h 238167"/>
                  <a:gd name="connsiteX4" fmla="*/ 119084 w 238167"/>
                  <a:gd name="connsiteY4" fmla="*/ 0 h 238167"/>
                  <a:gd name="connsiteX5" fmla="*/ 119084 w 238167"/>
                  <a:gd name="connsiteY5" fmla="*/ 220403 h 238167"/>
                  <a:gd name="connsiteX6" fmla="*/ 17106 w 238167"/>
                  <a:gd name="connsiteY6" fmla="*/ 118426 h 238167"/>
                  <a:gd name="connsiteX7" fmla="*/ 119084 w 238167"/>
                  <a:gd name="connsiteY7" fmla="*/ 16448 h 238167"/>
                  <a:gd name="connsiteX8" fmla="*/ 221061 w 238167"/>
                  <a:gd name="connsiteY8" fmla="*/ 118426 h 238167"/>
                  <a:gd name="connsiteX9" fmla="*/ 119084 w 238167"/>
                  <a:gd name="connsiteY9" fmla="*/ 220403 h 23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8167" h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DC0FF1CC-04CF-0FCF-1790-654BC922EF60}"/>
                  </a:ext>
                </a:extLst>
              </p:cNvPr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avLst/>
                <a:gdLst>
                  <a:gd name="connsiteX0" fmla="*/ 35528 w 119083"/>
                  <a:gd name="connsiteY0" fmla="*/ 35527 h 119083"/>
                  <a:gd name="connsiteX1" fmla="*/ 0 w 119083"/>
                  <a:gd name="connsiteY1" fmla="*/ 119083 h 119083"/>
                  <a:gd name="connsiteX2" fmla="*/ 83556 w 119083"/>
                  <a:gd name="connsiteY2" fmla="*/ 83556 h 119083"/>
                  <a:gd name="connsiteX3" fmla="*/ 119084 w 119083"/>
                  <a:gd name="connsiteY3" fmla="*/ 0 h 119083"/>
                  <a:gd name="connsiteX4" fmla="*/ 35528 w 119083"/>
                  <a:gd name="connsiteY4" fmla="*/ 35527 h 119083"/>
                  <a:gd name="connsiteX5" fmla="*/ 59213 w 119083"/>
                  <a:gd name="connsiteY5" fmla="*/ 71055 h 119083"/>
                  <a:gd name="connsiteX6" fmla="*/ 47370 w 119083"/>
                  <a:gd name="connsiteY6" fmla="*/ 59213 h 119083"/>
                  <a:gd name="connsiteX7" fmla="*/ 59213 w 119083"/>
                  <a:gd name="connsiteY7" fmla="*/ 47370 h 119083"/>
                  <a:gd name="connsiteX8" fmla="*/ 71055 w 119083"/>
                  <a:gd name="connsiteY8" fmla="*/ 59213 h 119083"/>
                  <a:gd name="connsiteX9" fmla="*/ 59213 w 119083"/>
                  <a:gd name="connsiteY9" fmla="*/ 71055 h 11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083" h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74C5DAE-EF88-1E74-EF2C-D75A83BEBF00}"/>
                </a:ext>
              </a:extLst>
            </p:cNvPr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90035792-0BAD-AB78-B778-28795B74C52B}"/>
                  </a:ext>
                </a:extLst>
              </p:cNvPr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avLst/>
                <a:gdLst>
                  <a:gd name="connsiteX0" fmla="*/ 2632 w 62810"/>
                  <a:gd name="connsiteY0" fmla="*/ 84872 h 122023"/>
                  <a:gd name="connsiteX1" fmla="*/ 50002 w 62810"/>
                  <a:gd name="connsiteY1" fmla="*/ 120400 h 122023"/>
                  <a:gd name="connsiteX2" fmla="*/ 61187 w 62810"/>
                  <a:gd name="connsiteY2" fmla="*/ 119084 h 122023"/>
                  <a:gd name="connsiteX3" fmla="*/ 59871 w 62810"/>
                  <a:gd name="connsiteY3" fmla="*/ 107899 h 122023"/>
                  <a:gd name="connsiteX4" fmla="*/ 15790 w 62810"/>
                  <a:gd name="connsiteY4" fmla="*/ 75003 h 122023"/>
                  <a:gd name="connsiteX5" fmla="*/ 15790 w 62810"/>
                  <a:gd name="connsiteY5" fmla="*/ 7895 h 122023"/>
                  <a:gd name="connsiteX6" fmla="*/ 7895 w 62810"/>
                  <a:gd name="connsiteY6" fmla="*/ 0 h 122023"/>
                  <a:gd name="connsiteX7" fmla="*/ 0 w 62810"/>
                  <a:gd name="connsiteY7" fmla="*/ 7895 h 122023"/>
                  <a:gd name="connsiteX8" fmla="*/ 0 w 62810"/>
                  <a:gd name="connsiteY8" fmla="*/ 78950 h 122023"/>
                  <a:gd name="connsiteX9" fmla="*/ 2632 w 62810"/>
                  <a:gd name="connsiteY9" fmla="*/ 84872 h 122023"/>
                  <a:gd name="connsiteX10" fmla="*/ 2632 w 62810"/>
                  <a:gd name="connsiteY10" fmla="*/ 84872 h 12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810" h="122023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97BBA9D-9723-0165-80C8-6473513DF2F9}"/>
                  </a:ext>
                </a:extLst>
              </p:cNvPr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avLst/>
                <a:gdLst>
                  <a:gd name="connsiteX0" fmla="*/ 134300 w 252067"/>
                  <a:gd name="connsiteY0" fmla="*/ 0 h 236211"/>
                  <a:gd name="connsiteX1" fmla="*/ 17848 w 252067"/>
                  <a:gd name="connsiteY1" fmla="*/ 98688 h 236211"/>
                  <a:gd name="connsiteX2" fmla="*/ 14558 w 252067"/>
                  <a:gd name="connsiteY2" fmla="*/ 94082 h 236211"/>
                  <a:gd name="connsiteX3" fmla="*/ 3374 w 252067"/>
                  <a:gd name="connsiteY3" fmla="*/ 92109 h 236211"/>
                  <a:gd name="connsiteX4" fmla="*/ 1400 w 252067"/>
                  <a:gd name="connsiteY4" fmla="*/ 103294 h 236211"/>
                  <a:gd name="connsiteX5" fmla="*/ 17190 w 252067"/>
                  <a:gd name="connsiteY5" fmla="*/ 126978 h 236211"/>
                  <a:gd name="connsiteX6" fmla="*/ 23111 w 252067"/>
                  <a:gd name="connsiteY6" fmla="*/ 130268 h 236211"/>
                  <a:gd name="connsiteX7" fmla="*/ 23769 w 252067"/>
                  <a:gd name="connsiteY7" fmla="*/ 130268 h 236211"/>
                  <a:gd name="connsiteX8" fmla="*/ 29033 w 252067"/>
                  <a:gd name="connsiteY8" fmla="*/ 127637 h 236211"/>
                  <a:gd name="connsiteX9" fmla="*/ 48770 w 252067"/>
                  <a:gd name="connsiteY9" fmla="*/ 107899 h 236211"/>
                  <a:gd name="connsiteX10" fmla="*/ 48770 w 252067"/>
                  <a:gd name="connsiteY10" fmla="*/ 96714 h 236211"/>
                  <a:gd name="connsiteX11" fmla="*/ 37586 w 252067"/>
                  <a:gd name="connsiteY11" fmla="*/ 96714 h 236211"/>
                  <a:gd name="connsiteX12" fmla="*/ 32980 w 252067"/>
                  <a:gd name="connsiteY12" fmla="*/ 101320 h 236211"/>
                  <a:gd name="connsiteX13" fmla="*/ 150748 w 252067"/>
                  <a:gd name="connsiteY13" fmla="*/ 16448 h 236211"/>
                  <a:gd name="connsiteX14" fmla="*/ 235619 w 252067"/>
                  <a:gd name="connsiteY14" fmla="*/ 134216 h 236211"/>
                  <a:gd name="connsiteX15" fmla="*/ 134300 w 252067"/>
                  <a:gd name="connsiteY15" fmla="*/ 220403 h 236211"/>
                  <a:gd name="connsiteX16" fmla="*/ 54034 w 252067"/>
                  <a:gd name="connsiteY16" fmla="*/ 180270 h 236211"/>
                  <a:gd name="connsiteX17" fmla="*/ 42849 w 252067"/>
                  <a:gd name="connsiteY17" fmla="*/ 178296 h 236211"/>
                  <a:gd name="connsiteX18" fmla="*/ 40875 w 252067"/>
                  <a:gd name="connsiteY18" fmla="*/ 189481 h 236211"/>
                  <a:gd name="connsiteX19" fmla="*/ 133642 w 252067"/>
                  <a:gd name="connsiteY19" fmla="*/ 236193 h 236211"/>
                  <a:gd name="connsiteX20" fmla="*/ 252067 w 252067"/>
                  <a:gd name="connsiteY20" fmla="*/ 117768 h 236211"/>
                  <a:gd name="connsiteX21" fmla="*/ 134300 w 252067"/>
                  <a:gd name="connsiteY21" fmla="*/ 0 h 236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2067" h="236211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1" name="Graphic 9">
              <a:extLst>
                <a:ext uri="{FF2B5EF4-FFF2-40B4-BE49-F238E27FC236}">
                  <a16:creationId xmlns:a16="http://schemas.microsoft.com/office/drawing/2014/main" id="{1423D17D-2A60-DA4F-8373-1368295AC556}"/>
                </a:ext>
              </a:extLst>
            </p:cNvPr>
            <p:cNvSpPr/>
            <p:nvPr/>
          </p:nvSpPr>
          <p:spPr>
            <a:xfrm>
              <a:off x="1043588" y="3562795"/>
              <a:ext cx="229304" cy="237509"/>
            </a:xfrm>
            <a:custGeom>
              <a:avLst/>
              <a:gdLst>
                <a:gd name="connsiteX0" fmla="*/ 257947 w 261929"/>
                <a:gd name="connsiteY0" fmla="*/ 247112 h 271301"/>
                <a:gd name="connsiteX1" fmla="*/ 193377 w 261929"/>
                <a:gd name="connsiteY1" fmla="*/ 179956 h 271301"/>
                <a:gd name="connsiteX2" fmla="*/ 219075 w 261929"/>
                <a:gd name="connsiteY2" fmla="*/ 109538 h 271301"/>
                <a:gd name="connsiteX3" fmla="*/ 109538 w 261929"/>
                <a:gd name="connsiteY3" fmla="*/ 0 h 271301"/>
                <a:gd name="connsiteX4" fmla="*/ 0 w 261929"/>
                <a:gd name="connsiteY4" fmla="*/ 109538 h 271301"/>
                <a:gd name="connsiteX5" fmla="*/ 109538 w 261929"/>
                <a:gd name="connsiteY5" fmla="*/ 219075 h 271301"/>
                <a:gd name="connsiteX6" fmla="*/ 172293 w 261929"/>
                <a:gd name="connsiteY6" fmla="*/ 199254 h 271301"/>
                <a:gd name="connsiteX7" fmla="*/ 237354 w 261929"/>
                <a:gd name="connsiteY7" fmla="*/ 266920 h 271301"/>
                <a:gd name="connsiteX8" fmla="*/ 247650 w 261929"/>
                <a:gd name="connsiteY8" fmla="*/ 271301 h 271301"/>
                <a:gd name="connsiteX9" fmla="*/ 257552 w 261929"/>
                <a:gd name="connsiteY9" fmla="*/ 267315 h 271301"/>
                <a:gd name="connsiteX10" fmla="*/ 257947 w 261929"/>
                <a:gd name="connsiteY10" fmla="*/ 247112 h 271301"/>
                <a:gd name="connsiteX11" fmla="*/ 109538 w 261929"/>
                <a:gd name="connsiteY11" fmla="*/ 28575 h 271301"/>
                <a:gd name="connsiteX12" fmla="*/ 190500 w 261929"/>
                <a:gd name="connsiteY12" fmla="*/ 109538 h 271301"/>
                <a:gd name="connsiteX13" fmla="*/ 109538 w 261929"/>
                <a:gd name="connsiteY13" fmla="*/ 190500 h 271301"/>
                <a:gd name="connsiteX14" fmla="*/ 28575 w 261929"/>
                <a:gd name="connsiteY14" fmla="*/ 109538 h 271301"/>
                <a:gd name="connsiteX15" fmla="*/ 109538 w 261929"/>
                <a:gd name="connsiteY15" fmla="*/ 28575 h 2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1929" h="271301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 w="4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A4B1C37-E5FA-35DC-0B1C-72B39E70535E}"/>
                </a:ext>
              </a:extLst>
            </p:cNvPr>
            <p:cNvGrpSpPr/>
            <p:nvPr/>
          </p:nvGrpSpPr>
          <p:grpSpPr>
            <a:xfrm>
              <a:off x="1083651" y="5471540"/>
              <a:ext cx="149178" cy="229632"/>
              <a:chOff x="4368201" y="2813647"/>
              <a:chExt cx="861402" cy="1325972"/>
            </a:xfrm>
            <a:solidFill>
              <a:schemeClr val="accent2"/>
            </a:solidFill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8F6AE27-C9AF-0E71-A220-49CE6C202FD4}"/>
                  </a:ext>
                </a:extLst>
              </p:cNvPr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avLst/>
                <a:gdLst>
                  <a:gd name="connsiteX0" fmla="*/ 861402 w 861402"/>
                  <a:gd name="connsiteY0" fmla="*/ 39536 h 653103"/>
                  <a:gd name="connsiteX1" fmla="*/ 821779 w 861402"/>
                  <a:gd name="connsiteY1" fmla="*/ 0 h 653103"/>
                  <a:gd name="connsiteX2" fmla="*/ 782158 w 861402"/>
                  <a:gd name="connsiteY2" fmla="*/ 39536 h 653103"/>
                  <a:gd name="connsiteX3" fmla="*/ 430695 w 861402"/>
                  <a:gd name="connsiteY3" fmla="*/ 390310 h 653103"/>
                  <a:gd name="connsiteX4" fmla="*/ 79245 w 861402"/>
                  <a:gd name="connsiteY4" fmla="*/ 39536 h 653103"/>
                  <a:gd name="connsiteX5" fmla="*/ 39622 w 861402"/>
                  <a:gd name="connsiteY5" fmla="*/ 0 h 653103"/>
                  <a:gd name="connsiteX6" fmla="*/ 0 w 861402"/>
                  <a:gd name="connsiteY6" fmla="*/ 39536 h 653103"/>
                  <a:gd name="connsiteX7" fmla="*/ 391074 w 861402"/>
                  <a:gd name="connsiteY7" fmla="*/ 467558 h 653103"/>
                  <a:gd name="connsiteX8" fmla="*/ 391074 w 861402"/>
                  <a:gd name="connsiteY8" fmla="*/ 574014 h 653103"/>
                  <a:gd name="connsiteX9" fmla="*/ 244038 w 861402"/>
                  <a:gd name="connsiteY9" fmla="*/ 574014 h 653103"/>
                  <a:gd name="connsiteX10" fmla="*/ 204416 w 861402"/>
                  <a:gd name="connsiteY10" fmla="*/ 613558 h 653103"/>
                  <a:gd name="connsiteX11" fmla="*/ 244038 w 861402"/>
                  <a:gd name="connsiteY11" fmla="*/ 653104 h 653103"/>
                  <a:gd name="connsiteX12" fmla="*/ 617364 w 861402"/>
                  <a:gd name="connsiteY12" fmla="*/ 653104 h 653103"/>
                  <a:gd name="connsiteX13" fmla="*/ 656977 w 861402"/>
                  <a:gd name="connsiteY13" fmla="*/ 613558 h 653103"/>
                  <a:gd name="connsiteX14" fmla="*/ 617364 w 861402"/>
                  <a:gd name="connsiteY14" fmla="*/ 574014 h 653103"/>
                  <a:gd name="connsiteX15" fmla="*/ 470318 w 861402"/>
                  <a:gd name="connsiteY15" fmla="*/ 574014 h 653103"/>
                  <a:gd name="connsiteX16" fmla="*/ 470318 w 861402"/>
                  <a:gd name="connsiteY16" fmla="*/ 467558 h 653103"/>
                  <a:gd name="connsiteX17" fmla="*/ 861402 w 861402"/>
                  <a:gd name="connsiteY17" fmla="*/ 39536 h 65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61402" h="653103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C82313-AC88-B3F7-6644-FF924A6D6E3C}"/>
                  </a:ext>
                </a:extLst>
              </p:cNvPr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avLst/>
                <a:gdLst>
                  <a:gd name="connsiteX0" fmla="*/ 253687 w 507386"/>
                  <a:gd name="connsiteY0" fmla="*/ 965609 h 965608"/>
                  <a:gd name="connsiteX1" fmla="*/ 507386 w 507386"/>
                  <a:gd name="connsiteY1" fmla="*/ 712405 h 965608"/>
                  <a:gd name="connsiteX2" fmla="*/ 507386 w 507386"/>
                  <a:gd name="connsiteY2" fmla="*/ 253192 h 965608"/>
                  <a:gd name="connsiteX3" fmla="*/ 253687 w 507386"/>
                  <a:gd name="connsiteY3" fmla="*/ 0 h 965608"/>
                  <a:gd name="connsiteX4" fmla="*/ 0 w 507386"/>
                  <a:gd name="connsiteY4" fmla="*/ 253192 h 965608"/>
                  <a:gd name="connsiteX5" fmla="*/ 0 w 507386"/>
                  <a:gd name="connsiteY5" fmla="*/ 712405 h 965608"/>
                  <a:gd name="connsiteX6" fmla="*/ 253687 w 507386"/>
                  <a:gd name="connsiteY6" fmla="*/ 965609 h 965608"/>
                  <a:gd name="connsiteX7" fmla="*/ 79235 w 507386"/>
                  <a:gd name="connsiteY7" fmla="*/ 253192 h 965608"/>
                  <a:gd name="connsiteX8" fmla="*/ 253687 w 507386"/>
                  <a:gd name="connsiteY8" fmla="*/ 79090 h 965608"/>
                  <a:gd name="connsiteX9" fmla="*/ 428142 w 507386"/>
                  <a:gd name="connsiteY9" fmla="*/ 253192 h 965608"/>
                  <a:gd name="connsiteX10" fmla="*/ 428142 w 507386"/>
                  <a:gd name="connsiteY10" fmla="*/ 712405 h 965608"/>
                  <a:gd name="connsiteX11" fmla="*/ 253687 w 507386"/>
                  <a:gd name="connsiteY11" fmla="*/ 886517 h 965608"/>
                  <a:gd name="connsiteX12" fmla="*/ 79235 w 507386"/>
                  <a:gd name="connsiteY12" fmla="*/ 712405 h 96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7386" h="965608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BCFFED4-C35C-D79A-134D-3BB6C53F9079}"/>
              </a:ext>
            </a:extLst>
          </p:cNvPr>
          <p:cNvSpPr/>
          <p:nvPr/>
        </p:nvSpPr>
        <p:spPr>
          <a:xfrm>
            <a:off x="7521174" y="758391"/>
            <a:ext cx="3912636" cy="5341218"/>
          </a:xfrm>
          <a:prstGeom prst="roundRect">
            <a:avLst>
              <a:gd name="adj" fmla="val 887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18789F-05B8-C387-DA50-6823DC40AD32}"/>
              </a:ext>
            </a:extLst>
          </p:cNvPr>
          <p:cNvSpPr txBox="1"/>
          <p:nvPr/>
        </p:nvSpPr>
        <p:spPr>
          <a:xfrm>
            <a:off x="1802863" y="1577201"/>
            <a:ext cx="5355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Why we chose this data?</a:t>
            </a:r>
            <a:endParaRPr lang="en-IN" sz="3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08D2482-EA72-5892-D5A0-6409BA850372}"/>
              </a:ext>
            </a:extLst>
          </p:cNvPr>
          <p:cNvSpPr/>
          <p:nvPr/>
        </p:nvSpPr>
        <p:spPr>
          <a:xfrm>
            <a:off x="1801157" y="5701172"/>
            <a:ext cx="1348721" cy="398790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41" name="Picture Placeholder 39" descr="Play with solid fill">
            <a:extLst>
              <a:ext uri="{FF2B5EF4-FFF2-40B4-BE49-F238E27FC236}">
                <a16:creationId xmlns:a16="http://schemas.microsoft.com/office/drawing/2014/main" id="{50F28BF4-3DB3-5FAC-503C-4BBBA88A66C0}"/>
              </a:ext>
            </a:extLst>
          </p:cNvPr>
          <p:cNvSpPr/>
          <p:nvPr/>
        </p:nvSpPr>
        <p:spPr>
          <a:xfrm>
            <a:off x="2907768" y="5841046"/>
            <a:ext cx="92348" cy="119043"/>
          </a:xfrm>
          <a:custGeom>
            <a:avLst/>
            <a:gdLst>
              <a:gd name="connsiteX0" fmla="*/ 0 w 573526"/>
              <a:gd name="connsiteY0" fmla="*/ 0 h 739312"/>
              <a:gd name="connsiteX1" fmla="*/ 573526 w 573526"/>
              <a:gd name="connsiteY1" fmla="*/ 369656 h 739312"/>
              <a:gd name="connsiteX2" fmla="*/ 0 w 573526"/>
              <a:gd name="connsiteY2" fmla="*/ 739312 h 739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526" h="739312">
                <a:moveTo>
                  <a:pt x="0" y="0"/>
                </a:moveTo>
                <a:lnTo>
                  <a:pt x="573526" y="369656"/>
                </a:lnTo>
                <a:lnTo>
                  <a:pt x="0" y="739312"/>
                </a:lnTo>
                <a:close/>
              </a:path>
            </a:pathLst>
          </a:custGeom>
          <a:solidFill>
            <a:schemeClr val="bg1"/>
          </a:solidFill>
          <a:ln w="724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5F885-7089-D405-3311-254B1D26BD30}"/>
              </a:ext>
            </a:extLst>
          </p:cNvPr>
          <p:cNvSpPr txBox="1"/>
          <p:nvPr/>
        </p:nvSpPr>
        <p:spPr>
          <a:xfrm>
            <a:off x="1848232" y="5762068"/>
            <a:ext cx="595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Play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9BA4382-9B01-C906-2B92-67E90C06E97A}"/>
              </a:ext>
            </a:extLst>
          </p:cNvPr>
          <p:cNvSpPr/>
          <p:nvPr/>
        </p:nvSpPr>
        <p:spPr>
          <a:xfrm>
            <a:off x="3453529" y="5701172"/>
            <a:ext cx="1348721" cy="398790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2AAA8A-F57F-CAAB-24A5-90C67F111F53}"/>
              </a:ext>
            </a:extLst>
          </p:cNvPr>
          <p:cNvSpPr txBox="1"/>
          <p:nvPr/>
        </p:nvSpPr>
        <p:spPr>
          <a:xfrm>
            <a:off x="3500604" y="5762068"/>
            <a:ext cx="840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Shuffle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E0753C-C735-D3DA-6112-E6D1B7D26307}"/>
              </a:ext>
            </a:extLst>
          </p:cNvPr>
          <p:cNvGrpSpPr/>
          <p:nvPr/>
        </p:nvGrpSpPr>
        <p:grpSpPr>
          <a:xfrm>
            <a:off x="4483529" y="5831639"/>
            <a:ext cx="168959" cy="139576"/>
            <a:chOff x="5657850" y="3067401"/>
            <a:chExt cx="876293" cy="723900"/>
          </a:xfrm>
          <a:solidFill>
            <a:schemeClr val="bg2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6D3810F-C8FE-B1DE-EE8B-133AFCA26B1C}"/>
                </a:ext>
              </a:extLst>
            </p:cNvPr>
            <p:cNvSpPr/>
            <p:nvPr/>
          </p:nvSpPr>
          <p:spPr>
            <a:xfrm>
              <a:off x="6075311" y="3455946"/>
              <a:ext cx="458831" cy="335355"/>
            </a:xfrm>
            <a:custGeom>
              <a:avLst/>
              <a:gdLst>
                <a:gd name="connsiteX0" fmla="*/ 317116 w 458831"/>
                <a:gd name="connsiteY0" fmla="*/ 19526 h 335355"/>
                <a:gd name="connsiteX1" fmla="*/ 276711 w 458831"/>
                <a:gd name="connsiteY1" fmla="*/ 20228 h 335355"/>
                <a:gd name="connsiteX2" fmla="*/ 276711 w 458831"/>
                <a:gd name="connsiteY2" fmla="*/ 59931 h 335355"/>
                <a:gd name="connsiteX3" fmla="*/ 361283 w 458831"/>
                <a:gd name="connsiteY3" fmla="*/ 144504 h 335355"/>
                <a:gd name="connsiteX4" fmla="*/ 251993 w 458831"/>
                <a:gd name="connsiteY4" fmla="*/ 144504 h 335355"/>
                <a:gd name="connsiteX5" fmla="*/ 137503 w 458831"/>
                <a:gd name="connsiteY5" fmla="*/ 97079 h 335355"/>
                <a:gd name="connsiteX6" fmla="*/ 40415 w 458831"/>
                <a:gd name="connsiteY6" fmla="*/ 0 h 335355"/>
                <a:gd name="connsiteX7" fmla="*/ 0 w 458831"/>
                <a:gd name="connsiteY7" fmla="*/ 40396 h 335355"/>
                <a:gd name="connsiteX8" fmla="*/ 97088 w 458831"/>
                <a:gd name="connsiteY8" fmla="*/ 137493 h 335355"/>
                <a:gd name="connsiteX9" fmla="*/ 251993 w 458831"/>
                <a:gd name="connsiteY9" fmla="*/ 201654 h 335355"/>
                <a:gd name="connsiteX10" fmla="*/ 361283 w 458831"/>
                <a:gd name="connsiteY10" fmla="*/ 201654 h 335355"/>
                <a:gd name="connsiteX11" fmla="*/ 276711 w 458831"/>
                <a:gd name="connsiteY11" fmla="*/ 286226 h 335355"/>
                <a:gd name="connsiteX12" fmla="*/ 276009 w 458831"/>
                <a:gd name="connsiteY12" fmla="*/ 326631 h 335355"/>
                <a:gd name="connsiteX13" fmla="*/ 316414 w 458831"/>
                <a:gd name="connsiteY13" fmla="*/ 327333 h 335355"/>
                <a:gd name="connsiteX14" fmla="*/ 317116 w 458831"/>
                <a:gd name="connsiteY14" fmla="*/ 326631 h 335355"/>
                <a:gd name="connsiteX15" fmla="*/ 450466 w 458831"/>
                <a:gd name="connsiteY15" fmla="*/ 193281 h 335355"/>
                <a:gd name="connsiteX16" fmla="*/ 450466 w 458831"/>
                <a:gd name="connsiteY16" fmla="*/ 152876 h 33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58831" h="335355">
                  <a:moveTo>
                    <a:pt x="317116" y="19526"/>
                  </a:moveTo>
                  <a:cubicBezTo>
                    <a:pt x="305764" y="8563"/>
                    <a:pt x="287674" y="8877"/>
                    <a:pt x="276711" y="20228"/>
                  </a:cubicBezTo>
                  <a:cubicBezTo>
                    <a:pt x="266016" y="31302"/>
                    <a:pt x="266016" y="48858"/>
                    <a:pt x="276711" y="59931"/>
                  </a:cubicBezTo>
                  <a:lnTo>
                    <a:pt x="361283" y="144504"/>
                  </a:lnTo>
                  <a:lnTo>
                    <a:pt x="251993" y="144504"/>
                  </a:lnTo>
                  <a:cubicBezTo>
                    <a:pt x="209028" y="144618"/>
                    <a:pt x="167802" y="127542"/>
                    <a:pt x="137503" y="97079"/>
                  </a:cubicBezTo>
                  <a:lnTo>
                    <a:pt x="40415" y="0"/>
                  </a:lnTo>
                  <a:lnTo>
                    <a:pt x="0" y="40396"/>
                  </a:lnTo>
                  <a:lnTo>
                    <a:pt x="97088" y="137493"/>
                  </a:lnTo>
                  <a:cubicBezTo>
                    <a:pt x="138085" y="178706"/>
                    <a:pt x="193862" y="201809"/>
                    <a:pt x="251993" y="201654"/>
                  </a:cubicBezTo>
                  <a:lnTo>
                    <a:pt x="361283" y="201654"/>
                  </a:lnTo>
                  <a:lnTo>
                    <a:pt x="276711" y="286226"/>
                  </a:lnTo>
                  <a:cubicBezTo>
                    <a:pt x="265359" y="297190"/>
                    <a:pt x="265045" y="315279"/>
                    <a:pt x="276009" y="326631"/>
                  </a:cubicBezTo>
                  <a:cubicBezTo>
                    <a:pt x="286972" y="337983"/>
                    <a:pt x="305062" y="338298"/>
                    <a:pt x="316414" y="327333"/>
                  </a:cubicBezTo>
                  <a:cubicBezTo>
                    <a:pt x="316652" y="327104"/>
                    <a:pt x="316885" y="326869"/>
                    <a:pt x="317116" y="326631"/>
                  </a:cubicBezTo>
                  <a:lnTo>
                    <a:pt x="450466" y="193281"/>
                  </a:lnTo>
                  <a:cubicBezTo>
                    <a:pt x="461621" y="182123"/>
                    <a:pt x="461621" y="164035"/>
                    <a:pt x="450466" y="1528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D1DCAB7-39C7-6577-04C8-F6AE3AD99F54}"/>
                </a:ext>
              </a:extLst>
            </p:cNvPr>
            <p:cNvSpPr/>
            <p:nvPr/>
          </p:nvSpPr>
          <p:spPr>
            <a:xfrm>
              <a:off x="5657850" y="3200399"/>
              <a:ext cx="363588" cy="201654"/>
            </a:xfrm>
            <a:custGeom>
              <a:avLst/>
              <a:gdLst>
                <a:gd name="connsiteX0" fmla="*/ 28575 w 363588"/>
                <a:gd name="connsiteY0" fmla="*/ 57151 h 201654"/>
                <a:gd name="connsiteX1" fmla="*/ 111595 w 363588"/>
                <a:gd name="connsiteY1" fmla="*/ 57151 h 201654"/>
                <a:gd name="connsiteX2" fmla="*/ 226085 w 363588"/>
                <a:gd name="connsiteY2" fmla="*/ 104576 h 201654"/>
                <a:gd name="connsiteX3" fmla="*/ 323174 w 363588"/>
                <a:gd name="connsiteY3" fmla="*/ 201655 h 201654"/>
                <a:gd name="connsiteX4" fmla="*/ 363588 w 363588"/>
                <a:gd name="connsiteY4" fmla="*/ 161259 h 201654"/>
                <a:gd name="connsiteX5" fmla="*/ 266500 w 363588"/>
                <a:gd name="connsiteY5" fmla="*/ 64161 h 201654"/>
                <a:gd name="connsiteX6" fmla="*/ 111595 w 363588"/>
                <a:gd name="connsiteY6" fmla="*/ 1 h 201654"/>
                <a:gd name="connsiteX7" fmla="*/ 28575 w 363588"/>
                <a:gd name="connsiteY7" fmla="*/ 1 h 201654"/>
                <a:gd name="connsiteX8" fmla="*/ 0 w 363588"/>
                <a:gd name="connsiteY8" fmla="*/ 28576 h 201654"/>
                <a:gd name="connsiteX9" fmla="*/ 28575 w 363588"/>
                <a:gd name="connsiteY9" fmla="*/ 57151 h 20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588" h="201654">
                  <a:moveTo>
                    <a:pt x="28575" y="57151"/>
                  </a:moveTo>
                  <a:lnTo>
                    <a:pt x="111595" y="57151"/>
                  </a:lnTo>
                  <a:cubicBezTo>
                    <a:pt x="154560" y="57036"/>
                    <a:pt x="195786" y="74113"/>
                    <a:pt x="226085" y="104576"/>
                  </a:cubicBezTo>
                  <a:lnTo>
                    <a:pt x="323174" y="201655"/>
                  </a:lnTo>
                  <a:lnTo>
                    <a:pt x="363588" y="161259"/>
                  </a:lnTo>
                  <a:lnTo>
                    <a:pt x="266500" y="64161"/>
                  </a:lnTo>
                  <a:cubicBezTo>
                    <a:pt x="225503" y="22948"/>
                    <a:pt x="169726" y="-154"/>
                    <a:pt x="111595" y="1"/>
                  </a:cubicBezTo>
                  <a:lnTo>
                    <a:pt x="28575" y="1"/>
                  </a:lnTo>
                  <a:cubicBezTo>
                    <a:pt x="12794" y="1"/>
                    <a:pt x="0" y="12794"/>
                    <a:pt x="0" y="28576"/>
                  </a:cubicBezTo>
                  <a:cubicBezTo>
                    <a:pt x="0" y="44358"/>
                    <a:pt x="12794" y="57151"/>
                    <a:pt x="28575" y="571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0A4EF4-421C-078F-86A3-94CE7FAD7934}"/>
                </a:ext>
              </a:extLst>
            </p:cNvPr>
            <p:cNvSpPr/>
            <p:nvPr/>
          </p:nvSpPr>
          <p:spPr>
            <a:xfrm>
              <a:off x="5657850" y="3067401"/>
              <a:ext cx="876293" cy="590199"/>
            </a:xfrm>
            <a:custGeom>
              <a:avLst/>
              <a:gdLst>
                <a:gd name="connsiteX0" fmla="*/ 669455 w 876293"/>
                <a:gd name="connsiteY0" fmla="*/ 190149 h 590199"/>
                <a:gd name="connsiteX1" fmla="*/ 778745 w 876293"/>
                <a:gd name="connsiteY1" fmla="*/ 190149 h 590199"/>
                <a:gd name="connsiteX2" fmla="*/ 694172 w 876293"/>
                <a:gd name="connsiteY2" fmla="*/ 274721 h 590199"/>
                <a:gd name="connsiteX3" fmla="*/ 693470 w 876293"/>
                <a:gd name="connsiteY3" fmla="*/ 315126 h 590199"/>
                <a:gd name="connsiteX4" fmla="*/ 733876 w 876293"/>
                <a:gd name="connsiteY4" fmla="*/ 315828 h 590199"/>
                <a:gd name="connsiteX5" fmla="*/ 734578 w 876293"/>
                <a:gd name="connsiteY5" fmla="*/ 315126 h 590199"/>
                <a:gd name="connsiteX6" fmla="*/ 867928 w 876293"/>
                <a:gd name="connsiteY6" fmla="*/ 181776 h 590199"/>
                <a:gd name="connsiteX7" fmla="*/ 867928 w 876293"/>
                <a:gd name="connsiteY7" fmla="*/ 141371 h 590199"/>
                <a:gd name="connsiteX8" fmla="*/ 734578 w 876293"/>
                <a:gd name="connsiteY8" fmla="*/ 8021 h 590199"/>
                <a:gd name="connsiteX9" fmla="*/ 694172 w 876293"/>
                <a:gd name="connsiteY9" fmla="*/ 8723 h 590199"/>
                <a:gd name="connsiteX10" fmla="*/ 694172 w 876293"/>
                <a:gd name="connsiteY10" fmla="*/ 48426 h 590199"/>
                <a:gd name="connsiteX11" fmla="*/ 778745 w 876293"/>
                <a:gd name="connsiteY11" fmla="*/ 132999 h 590199"/>
                <a:gd name="connsiteX12" fmla="*/ 669455 w 876293"/>
                <a:gd name="connsiteY12" fmla="*/ 132999 h 590199"/>
                <a:gd name="connsiteX13" fmla="*/ 514550 w 876293"/>
                <a:gd name="connsiteY13" fmla="*/ 197159 h 590199"/>
                <a:gd name="connsiteX14" fmla="*/ 226085 w 876293"/>
                <a:gd name="connsiteY14" fmla="*/ 485624 h 590199"/>
                <a:gd name="connsiteX15" fmla="*/ 111595 w 876293"/>
                <a:gd name="connsiteY15" fmla="*/ 533049 h 590199"/>
                <a:gd name="connsiteX16" fmla="*/ 28575 w 876293"/>
                <a:gd name="connsiteY16" fmla="*/ 533049 h 590199"/>
                <a:gd name="connsiteX17" fmla="*/ 0 w 876293"/>
                <a:gd name="connsiteY17" fmla="*/ 561624 h 590199"/>
                <a:gd name="connsiteX18" fmla="*/ 28575 w 876293"/>
                <a:gd name="connsiteY18" fmla="*/ 590199 h 590199"/>
                <a:gd name="connsiteX19" fmla="*/ 111595 w 876293"/>
                <a:gd name="connsiteY19" fmla="*/ 590199 h 590199"/>
                <a:gd name="connsiteX20" fmla="*/ 266500 w 876293"/>
                <a:gd name="connsiteY20" fmla="*/ 526039 h 590199"/>
                <a:gd name="connsiteX21" fmla="*/ 554965 w 876293"/>
                <a:gd name="connsiteY21" fmla="*/ 237574 h 590199"/>
                <a:gd name="connsiteX22" fmla="*/ 669455 w 876293"/>
                <a:gd name="connsiteY22" fmla="*/ 190149 h 59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76293" h="590199">
                  <a:moveTo>
                    <a:pt x="669455" y="190149"/>
                  </a:moveTo>
                  <a:lnTo>
                    <a:pt x="778745" y="190149"/>
                  </a:lnTo>
                  <a:lnTo>
                    <a:pt x="694172" y="274721"/>
                  </a:lnTo>
                  <a:cubicBezTo>
                    <a:pt x="682821" y="285685"/>
                    <a:pt x="682506" y="303775"/>
                    <a:pt x="693470" y="315126"/>
                  </a:cubicBezTo>
                  <a:cubicBezTo>
                    <a:pt x="704434" y="326478"/>
                    <a:pt x="722524" y="326793"/>
                    <a:pt x="733876" y="315828"/>
                  </a:cubicBezTo>
                  <a:cubicBezTo>
                    <a:pt x="734114" y="315599"/>
                    <a:pt x="734347" y="315365"/>
                    <a:pt x="734578" y="315126"/>
                  </a:cubicBezTo>
                  <a:lnTo>
                    <a:pt x="867928" y="181776"/>
                  </a:lnTo>
                  <a:cubicBezTo>
                    <a:pt x="879082" y="170618"/>
                    <a:pt x="879082" y="152530"/>
                    <a:pt x="867928" y="141371"/>
                  </a:cubicBezTo>
                  <a:lnTo>
                    <a:pt x="734578" y="8021"/>
                  </a:lnTo>
                  <a:cubicBezTo>
                    <a:pt x="723226" y="-2942"/>
                    <a:pt x="705136" y="-2628"/>
                    <a:pt x="694172" y="8723"/>
                  </a:cubicBezTo>
                  <a:cubicBezTo>
                    <a:pt x="683478" y="19797"/>
                    <a:pt x="683478" y="37353"/>
                    <a:pt x="694172" y="48426"/>
                  </a:cubicBezTo>
                  <a:lnTo>
                    <a:pt x="778745" y="132999"/>
                  </a:lnTo>
                  <a:lnTo>
                    <a:pt x="669455" y="132999"/>
                  </a:lnTo>
                  <a:cubicBezTo>
                    <a:pt x="611324" y="132844"/>
                    <a:pt x="555547" y="155947"/>
                    <a:pt x="514550" y="197159"/>
                  </a:cubicBezTo>
                  <a:lnTo>
                    <a:pt x="226085" y="485624"/>
                  </a:lnTo>
                  <a:cubicBezTo>
                    <a:pt x="195786" y="516087"/>
                    <a:pt x="154560" y="533163"/>
                    <a:pt x="111595" y="533049"/>
                  </a:cubicBezTo>
                  <a:lnTo>
                    <a:pt x="28575" y="533049"/>
                  </a:lnTo>
                  <a:cubicBezTo>
                    <a:pt x="12794" y="533049"/>
                    <a:pt x="0" y="545842"/>
                    <a:pt x="0" y="561624"/>
                  </a:cubicBezTo>
                  <a:cubicBezTo>
                    <a:pt x="0" y="577406"/>
                    <a:pt x="12794" y="590199"/>
                    <a:pt x="28575" y="590199"/>
                  </a:cubicBezTo>
                  <a:lnTo>
                    <a:pt x="111595" y="590199"/>
                  </a:lnTo>
                  <a:cubicBezTo>
                    <a:pt x="169726" y="590354"/>
                    <a:pt x="225503" y="567251"/>
                    <a:pt x="266500" y="526039"/>
                  </a:cubicBezTo>
                  <a:lnTo>
                    <a:pt x="554965" y="237574"/>
                  </a:lnTo>
                  <a:cubicBezTo>
                    <a:pt x="585264" y="207111"/>
                    <a:pt x="626490" y="190035"/>
                    <a:pt x="669455" y="1901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72" name="Picture Placeholder 71" descr="A person wearing headphones and holding a phone&#10;&#10;Description automatically generated">
            <a:extLst>
              <a:ext uri="{FF2B5EF4-FFF2-40B4-BE49-F238E27FC236}">
                <a16:creationId xmlns:a16="http://schemas.microsoft.com/office/drawing/2014/main" id="{40547ABC-77F4-EF10-EACA-13432EE966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" r="44"/>
          <a:stretch/>
        </p:blipFill>
        <p:spPr/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0806009F-186B-C0B4-FE8F-1089888A4F05}"/>
              </a:ext>
            </a:extLst>
          </p:cNvPr>
          <p:cNvGrpSpPr/>
          <p:nvPr/>
        </p:nvGrpSpPr>
        <p:grpSpPr>
          <a:xfrm>
            <a:off x="10948898" y="1161703"/>
            <a:ext cx="707886" cy="707886"/>
            <a:chOff x="7143750" y="1566210"/>
            <a:chExt cx="707886" cy="707886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364230B-A849-CC13-89E1-0831675093D6}"/>
                </a:ext>
              </a:extLst>
            </p:cNvPr>
            <p:cNvSpPr/>
            <p:nvPr/>
          </p:nvSpPr>
          <p:spPr>
            <a:xfrm>
              <a:off x="7143750" y="1566210"/>
              <a:ext cx="707886" cy="7078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Picture Placeholder 39" descr="Play with solid fill">
              <a:extLst>
                <a:ext uri="{FF2B5EF4-FFF2-40B4-BE49-F238E27FC236}">
                  <a16:creationId xmlns:a16="http://schemas.microsoft.com/office/drawing/2014/main" id="{04214E16-6D30-85BE-0C84-A26622888907}"/>
                </a:ext>
              </a:extLst>
            </p:cNvPr>
            <p:cNvSpPr/>
            <p:nvPr/>
          </p:nvSpPr>
          <p:spPr>
            <a:xfrm>
              <a:off x="7407373" y="1773456"/>
              <a:ext cx="227601" cy="293394"/>
            </a:xfrm>
            <a:custGeom>
              <a:avLst/>
              <a:gdLst>
                <a:gd name="connsiteX0" fmla="*/ 0 w 573526"/>
                <a:gd name="connsiteY0" fmla="*/ 0 h 739312"/>
                <a:gd name="connsiteX1" fmla="*/ 573526 w 573526"/>
                <a:gd name="connsiteY1" fmla="*/ 369656 h 739312"/>
                <a:gd name="connsiteX2" fmla="*/ 0 w 573526"/>
                <a:gd name="connsiteY2" fmla="*/ 739312 h 73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526" h="739312">
                  <a:moveTo>
                    <a:pt x="0" y="0"/>
                  </a:moveTo>
                  <a:lnTo>
                    <a:pt x="573526" y="369656"/>
                  </a:lnTo>
                  <a:lnTo>
                    <a:pt x="0" y="739312"/>
                  </a:lnTo>
                  <a:close/>
                </a:path>
              </a:pathLst>
            </a:custGeom>
            <a:solidFill>
              <a:schemeClr val="accent3"/>
            </a:solidFill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3DA94BB-C525-09C4-566E-AC743CDE3B1F}"/>
              </a:ext>
            </a:extLst>
          </p:cNvPr>
          <p:cNvCxnSpPr>
            <a:cxnSpLocks/>
          </p:cNvCxnSpPr>
          <p:nvPr/>
        </p:nvCxnSpPr>
        <p:spPr>
          <a:xfrm>
            <a:off x="1909750" y="6087492"/>
            <a:ext cx="1131534" cy="0"/>
          </a:xfrm>
          <a:prstGeom prst="line">
            <a:avLst/>
          </a:prstGeom>
          <a:ln w="254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86DFB54-F98B-A68E-4089-C0C307B23043}"/>
              </a:ext>
            </a:extLst>
          </p:cNvPr>
          <p:cNvCxnSpPr>
            <a:cxnSpLocks/>
          </p:cNvCxnSpPr>
          <p:nvPr/>
        </p:nvCxnSpPr>
        <p:spPr>
          <a:xfrm>
            <a:off x="3634980" y="6087492"/>
            <a:ext cx="985819" cy="0"/>
          </a:xfrm>
          <a:prstGeom prst="line">
            <a:avLst/>
          </a:prstGeom>
          <a:ln w="254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97B2BA9-AB0B-38A6-4730-B0968DC00A62}"/>
              </a:ext>
            </a:extLst>
          </p:cNvPr>
          <p:cNvSpPr/>
          <p:nvPr/>
        </p:nvSpPr>
        <p:spPr>
          <a:xfrm>
            <a:off x="1801157" y="2272468"/>
            <a:ext cx="2532114" cy="1246938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14432-29BD-653D-9C5D-5FD22C5C93F9}"/>
              </a:ext>
            </a:extLst>
          </p:cNvPr>
          <p:cNvGrpSpPr/>
          <p:nvPr/>
        </p:nvGrpSpPr>
        <p:grpSpPr>
          <a:xfrm>
            <a:off x="3990432" y="2404706"/>
            <a:ext cx="175705" cy="329371"/>
            <a:chOff x="3560567" y="2475118"/>
            <a:chExt cx="175705" cy="3293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033EC5-C928-BE09-47C4-9CF3D3EF61E3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CA73514-82D7-1F01-4F87-87B7AD39B9DA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62A4390-B01B-DF9D-AC77-3CBEFB1F408E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E3A40F-F253-2748-0492-3B378CF8F5B1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FA1F457-A1C3-AE23-345F-F7A7CBA6689E}"/>
              </a:ext>
            </a:extLst>
          </p:cNvPr>
          <p:cNvSpPr/>
          <p:nvPr/>
        </p:nvSpPr>
        <p:spPr>
          <a:xfrm>
            <a:off x="1955473" y="3356882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DE0AB4-A3A7-1EFE-2ED2-E6BF2975FB60}"/>
              </a:ext>
            </a:extLst>
          </p:cNvPr>
          <p:cNvSpPr txBox="1"/>
          <p:nvPr/>
        </p:nvSpPr>
        <p:spPr>
          <a:xfrm>
            <a:off x="1955473" y="2400114"/>
            <a:ext cx="19944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Our common 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interest in music!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32A21A5-7543-63D1-90D4-9DD9449A096E}"/>
              </a:ext>
            </a:extLst>
          </p:cNvPr>
          <p:cNvSpPr/>
          <p:nvPr/>
        </p:nvSpPr>
        <p:spPr>
          <a:xfrm>
            <a:off x="4502845" y="2249561"/>
            <a:ext cx="2532114" cy="1246938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E617BE-5262-0D0B-C2BC-90ABCE900F6D}"/>
              </a:ext>
            </a:extLst>
          </p:cNvPr>
          <p:cNvGrpSpPr/>
          <p:nvPr/>
        </p:nvGrpSpPr>
        <p:grpSpPr>
          <a:xfrm>
            <a:off x="6692120" y="2381799"/>
            <a:ext cx="175705" cy="329371"/>
            <a:chOff x="3560567" y="2475118"/>
            <a:chExt cx="175705" cy="329371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A67CE3-E556-905B-23AE-3D57106C8F89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2A1369E-69B0-22D2-3416-E16E0FE2130D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8C37EC-5C75-F90F-9150-2C96F4C1E699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5D578EB-B6EA-6E96-588E-2F28C61801A0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CCE27B4-B6D5-3A1F-6185-7DC328DB0B20}"/>
              </a:ext>
            </a:extLst>
          </p:cNvPr>
          <p:cNvSpPr/>
          <p:nvPr/>
        </p:nvSpPr>
        <p:spPr>
          <a:xfrm>
            <a:off x="4657161" y="3333975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680FF-5ED4-2274-654A-A8D7DA009A60}"/>
              </a:ext>
            </a:extLst>
          </p:cNvPr>
          <p:cNvSpPr txBox="1"/>
          <p:nvPr/>
        </p:nvSpPr>
        <p:spPr>
          <a:xfrm>
            <a:off x="4657161" y="2377207"/>
            <a:ext cx="17171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What does 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it take to 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hit the Charts?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395401C-3415-CBB5-850D-ADE1D399F7DB}"/>
              </a:ext>
            </a:extLst>
          </p:cNvPr>
          <p:cNvSpPr/>
          <p:nvPr/>
        </p:nvSpPr>
        <p:spPr>
          <a:xfrm>
            <a:off x="1801157" y="3621997"/>
            <a:ext cx="2532114" cy="1246938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97208BF-1E89-E96E-9FEC-4A0B0232AEF0}"/>
              </a:ext>
            </a:extLst>
          </p:cNvPr>
          <p:cNvGrpSpPr/>
          <p:nvPr/>
        </p:nvGrpSpPr>
        <p:grpSpPr>
          <a:xfrm>
            <a:off x="3990432" y="3754235"/>
            <a:ext cx="175705" cy="329371"/>
            <a:chOff x="3560567" y="2475118"/>
            <a:chExt cx="175705" cy="32937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25A2EF-8795-9FBB-889C-D34DAF0AF92D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4963F31-4413-8A6A-EA7B-39E2635BCAB0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8B97278-8A72-931F-109F-C7F428F7E318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36A6A42-CF75-1DC6-DA03-6939CCFF9491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478C744-DB7E-61E2-207A-BC61FE0584F3}"/>
              </a:ext>
            </a:extLst>
          </p:cNvPr>
          <p:cNvSpPr/>
          <p:nvPr/>
        </p:nvSpPr>
        <p:spPr>
          <a:xfrm>
            <a:off x="1955473" y="4706411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0707C7-14E9-C327-B433-9415A756C6E7}"/>
              </a:ext>
            </a:extLst>
          </p:cNvPr>
          <p:cNvSpPr txBox="1"/>
          <p:nvPr/>
        </p:nvSpPr>
        <p:spPr>
          <a:xfrm>
            <a:off x="1955473" y="3749643"/>
            <a:ext cx="203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Learn and 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practice </a:t>
            </a:r>
            <a:r>
              <a:rPr lang="en-US" sz="1600" dirty="0" err="1">
                <a:solidFill>
                  <a:schemeClr val="bg1"/>
                </a:solidFill>
                <a:latin typeface="+mj-lt"/>
              </a:rPr>
              <a:t>PowerBI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E2FD064-06FF-ADB9-716F-D9AA95B5484B}"/>
              </a:ext>
            </a:extLst>
          </p:cNvPr>
          <p:cNvSpPr/>
          <p:nvPr/>
        </p:nvSpPr>
        <p:spPr>
          <a:xfrm>
            <a:off x="4502845" y="3622954"/>
            <a:ext cx="2532114" cy="1246938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7E9BF52-68E9-FD88-2B40-2BE0CAE32192}"/>
              </a:ext>
            </a:extLst>
          </p:cNvPr>
          <p:cNvGrpSpPr/>
          <p:nvPr/>
        </p:nvGrpSpPr>
        <p:grpSpPr>
          <a:xfrm>
            <a:off x="6692120" y="3755192"/>
            <a:ext cx="175705" cy="329371"/>
            <a:chOff x="3560567" y="2475118"/>
            <a:chExt cx="175705" cy="329371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0F5B1F6-C617-2F19-2EB1-8B5C0991F8AE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7B08931-9137-CD1F-FF66-EB049CC61A93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111188C-524C-61AC-E475-A1DF90217304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778A396-6D82-EF45-9C30-1AE9E6A7BAEE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7A37E9F-53F8-5CB8-1D4B-C3200FC113E8}"/>
              </a:ext>
            </a:extLst>
          </p:cNvPr>
          <p:cNvSpPr/>
          <p:nvPr/>
        </p:nvSpPr>
        <p:spPr>
          <a:xfrm>
            <a:off x="4657161" y="4707368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FD05F1-8F27-614D-33C3-A2EABE32BD26}"/>
              </a:ext>
            </a:extLst>
          </p:cNvPr>
          <p:cNvSpPr txBox="1"/>
          <p:nvPr/>
        </p:nvSpPr>
        <p:spPr>
          <a:xfrm>
            <a:off x="4657161" y="3750600"/>
            <a:ext cx="18565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Data modelling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and dashboard 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creation</a:t>
            </a:r>
          </a:p>
        </p:txBody>
      </p:sp>
    </p:spTree>
    <p:extLst>
      <p:ext uri="{BB962C8B-B14F-4D97-AF65-F5344CB8AC3E}">
        <p14:creationId xmlns:p14="http://schemas.microsoft.com/office/powerpoint/2010/main" val="309751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D771-3B0D-BD13-D614-2BA4CADB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4F4AE0F-E709-1400-2B15-BA0B0C3AE3E1}"/>
              </a:ext>
            </a:extLst>
          </p:cNvPr>
          <p:cNvGrpSpPr/>
          <p:nvPr/>
        </p:nvGrpSpPr>
        <p:grpSpPr>
          <a:xfrm>
            <a:off x="777240" y="758391"/>
            <a:ext cx="762000" cy="5341218"/>
            <a:chOff x="777240" y="758391"/>
            <a:chExt cx="762000" cy="53412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03EA4A9-8189-6A4E-F016-25FDDB3077B3}"/>
                </a:ext>
              </a:extLst>
            </p:cNvPr>
            <p:cNvSpPr/>
            <p:nvPr/>
          </p:nvSpPr>
          <p:spPr>
            <a:xfrm>
              <a:off x="777240" y="758391"/>
              <a:ext cx="762000" cy="5341218"/>
            </a:xfrm>
            <a:prstGeom prst="roundRect">
              <a:avLst>
                <a:gd name="adj" fmla="val 2098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8AFB6AC-3A55-3CBE-945D-8A1C0E711248}"/>
                </a:ext>
              </a:extLst>
            </p:cNvPr>
            <p:cNvSpPr/>
            <p:nvPr/>
          </p:nvSpPr>
          <p:spPr>
            <a:xfrm>
              <a:off x="996461" y="1002487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8F72382-8509-20D4-FAD6-B1210C9D2F4D}"/>
                </a:ext>
              </a:extLst>
            </p:cNvPr>
            <p:cNvSpPr/>
            <p:nvPr/>
          </p:nvSpPr>
          <p:spPr>
            <a:xfrm>
              <a:off x="954355" y="1566210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1F3EC3E-D590-2CAB-7562-FE7A6BAF04CA}"/>
                </a:ext>
              </a:extLst>
            </p:cNvPr>
            <p:cNvSpPr/>
            <p:nvPr/>
          </p:nvSpPr>
          <p:spPr>
            <a:xfrm>
              <a:off x="1039157" y="2926333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943B3CD-28B3-2D57-BF32-BC5977F3B1F4}"/>
                </a:ext>
              </a:extLst>
            </p:cNvPr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AB9CC55-4299-09C3-E486-F3240982F789}"/>
                  </a:ext>
                </a:extLst>
              </p:cNvPr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avLst/>
                <a:gdLst>
                  <a:gd name="connsiteX0" fmla="*/ 119084 w 238167"/>
                  <a:gd name="connsiteY0" fmla="*/ 0 h 238167"/>
                  <a:gd name="connsiteX1" fmla="*/ 0 w 238167"/>
                  <a:gd name="connsiteY1" fmla="*/ 119083 h 238167"/>
                  <a:gd name="connsiteX2" fmla="*/ 119084 w 238167"/>
                  <a:gd name="connsiteY2" fmla="*/ 238167 h 238167"/>
                  <a:gd name="connsiteX3" fmla="*/ 238167 w 238167"/>
                  <a:gd name="connsiteY3" fmla="*/ 119083 h 238167"/>
                  <a:gd name="connsiteX4" fmla="*/ 119084 w 238167"/>
                  <a:gd name="connsiteY4" fmla="*/ 0 h 238167"/>
                  <a:gd name="connsiteX5" fmla="*/ 119084 w 238167"/>
                  <a:gd name="connsiteY5" fmla="*/ 220403 h 238167"/>
                  <a:gd name="connsiteX6" fmla="*/ 17106 w 238167"/>
                  <a:gd name="connsiteY6" fmla="*/ 118426 h 238167"/>
                  <a:gd name="connsiteX7" fmla="*/ 119084 w 238167"/>
                  <a:gd name="connsiteY7" fmla="*/ 16448 h 238167"/>
                  <a:gd name="connsiteX8" fmla="*/ 221061 w 238167"/>
                  <a:gd name="connsiteY8" fmla="*/ 118426 h 238167"/>
                  <a:gd name="connsiteX9" fmla="*/ 119084 w 238167"/>
                  <a:gd name="connsiteY9" fmla="*/ 220403 h 23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8167" h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803E5B7-8910-F1D4-2190-E9331C929180}"/>
                  </a:ext>
                </a:extLst>
              </p:cNvPr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avLst/>
                <a:gdLst>
                  <a:gd name="connsiteX0" fmla="*/ 35528 w 119083"/>
                  <a:gd name="connsiteY0" fmla="*/ 35527 h 119083"/>
                  <a:gd name="connsiteX1" fmla="*/ 0 w 119083"/>
                  <a:gd name="connsiteY1" fmla="*/ 119083 h 119083"/>
                  <a:gd name="connsiteX2" fmla="*/ 83556 w 119083"/>
                  <a:gd name="connsiteY2" fmla="*/ 83556 h 119083"/>
                  <a:gd name="connsiteX3" fmla="*/ 119084 w 119083"/>
                  <a:gd name="connsiteY3" fmla="*/ 0 h 119083"/>
                  <a:gd name="connsiteX4" fmla="*/ 35528 w 119083"/>
                  <a:gd name="connsiteY4" fmla="*/ 35527 h 119083"/>
                  <a:gd name="connsiteX5" fmla="*/ 59213 w 119083"/>
                  <a:gd name="connsiteY5" fmla="*/ 71055 h 119083"/>
                  <a:gd name="connsiteX6" fmla="*/ 47370 w 119083"/>
                  <a:gd name="connsiteY6" fmla="*/ 59213 h 119083"/>
                  <a:gd name="connsiteX7" fmla="*/ 59213 w 119083"/>
                  <a:gd name="connsiteY7" fmla="*/ 47370 h 119083"/>
                  <a:gd name="connsiteX8" fmla="*/ 71055 w 119083"/>
                  <a:gd name="connsiteY8" fmla="*/ 59213 h 119083"/>
                  <a:gd name="connsiteX9" fmla="*/ 59213 w 119083"/>
                  <a:gd name="connsiteY9" fmla="*/ 71055 h 11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083" h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FD22A5E-02E6-A633-FCCF-ECB77F2B6A7E}"/>
                </a:ext>
              </a:extLst>
            </p:cNvPr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902B597-7963-5A7C-4900-AB7A92F6AA77}"/>
                  </a:ext>
                </a:extLst>
              </p:cNvPr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avLst/>
                <a:gdLst>
                  <a:gd name="connsiteX0" fmla="*/ 2632 w 62810"/>
                  <a:gd name="connsiteY0" fmla="*/ 84872 h 122023"/>
                  <a:gd name="connsiteX1" fmla="*/ 50002 w 62810"/>
                  <a:gd name="connsiteY1" fmla="*/ 120400 h 122023"/>
                  <a:gd name="connsiteX2" fmla="*/ 61187 w 62810"/>
                  <a:gd name="connsiteY2" fmla="*/ 119084 h 122023"/>
                  <a:gd name="connsiteX3" fmla="*/ 59871 w 62810"/>
                  <a:gd name="connsiteY3" fmla="*/ 107899 h 122023"/>
                  <a:gd name="connsiteX4" fmla="*/ 15790 w 62810"/>
                  <a:gd name="connsiteY4" fmla="*/ 75003 h 122023"/>
                  <a:gd name="connsiteX5" fmla="*/ 15790 w 62810"/>
                  <a:gd name="connsiteY5" fmla="*/ 7895 h 122023"/>
                  <a:gd name="connsiteX6" fmla="*/ 7895 w 62810"/>
                  <a:gd name="connsiteY6" fmla="*/ 0 h 122023"/>
                  <a:gd name="connsiteX7" fmla="*/ 0 w 62810"/>
                  <a:gd name="connsiteY7" fmla="*/ 7895 h 122023"/>
                  <a:gd name="connsiteX8" fmla="*/ 0 w 62810"/>
                  <a:gd name="connsiteY8" fmla="*/ 78950 h 122023"/>
                  <a:gd name="connsiteX9" fmla="*/ 2632 w 62810"/>
                  <a:gd name="connsiteY9" fmla="*/ 84872 h 122023"/>
                  <a:gd name="connsiteX10" fmla="*/ 2632 w 62810"/>
                  <a:gd name="connsiteY10" fmla="*/ 84872 h 12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810" h="122023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9B2433B-0202-D7F2-9E22-A88A8FAB294C}"/>
                  </a:ext>
                </a:extLst>
              </p:cNvPr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avLst/>
                <a:gdLst>
                  <a:gd name="connsiteX0" fmla="*/ 134300 w 252067"/>
                  <a:gd name="connsiteY0" fmla="*/ 0 h 236211"/>
                  <a:gd name="connsiteX1" fmla="*/ 17848 w 252067"/>
                  <a:gd name="connsiteY1" fmla="*/ 98688 h 236211"/>
                  <a:gd name="connsiteX2" fmla="*/ 14558 w 252067"/>
                  <a:gd name="connsiteY2" fmla="*/ 94082 h 236211"/>
                  <a:gd name="connsiteX3" fmla="*/ 3374 w 252067"/>
                  <a:gd name="connsiteY3" fmla="*/ 92109 h 236211"/>
                  <a:gd name="connsiteX4" fmla="*/ 1400 w 252067"/>
                  <a:gd name="connsiteY4" fmla="*/ 103294 h 236211"/>
                  <a:gd name="connsiteX5" fmla="*/ 17190 w 252067"/>
                  <a:gd name="connsiteY5" fmla="*/ 126978 h 236211"/>
                  <a:gd name="connsiteX6" fmla="*/ 23111 w 252067"/>
                  <a:gd name="connsiteY6" fmla="*/ 130268 h 236211"/>
                  <a:gd name="connsiteX7" fmla="*/ 23769 w 252067"/>
                  <a:gd name="connsiteY7" fmla="*/ 130268 h 236211"/>
                  <a:gd name="connsiteX8" fmla="*/ 29033 w 252067"/>
                  <a:gd name="connsiteY8" fmla="*/ 127637 h 236211"/>
                  <a:gd name="connsiteX9" fmla="*/ 48770 w 252067"/>
                  <a:gd name="connsiteY9" fmla="*/ 107899 h 236211"/>
                  <a:gd name="connsiteX10" fmla="*/ 48770 w 252067"/>
                  <a:gd name="connsiteY10" fmla="*/ 96714 h 236211"/>
                  <a:gd name="connsiteX11" fmla="*/ 37586 w 252067"/>
                  <a:gd name="connsiteY11" fmla="*/ 96714 h 236211"/>
                  <a:gd name="connsiteX12" fmla="*/ 32980 w 252067"/>
                  <a:gd name="connsiteY12" fmla="*/ 101320 h 236211"/>
                  <a:gd name="connsiteX13" fmla="*/ 150748 w 252067"/>
                  <a:gd name="connsiteY13" fmla="*/ 16448 h 236211"/>
                  <a:gd name="connsiteX14" fmla="*/ 235619 w 252067"/>
                  <a:gd name="connsiteY14" fmla="*/ 134216 h 236211"/>
                  <a:gd name="connsiteX15" fmla="*/ 134300 w 252067"/>
                  <a:gd name="connsiteY15" fmla="*/ 220403 h 236211"/>
                  <a:gd name="connsiteX16" fmla="*/ 54034 w 252067"/>
                  <a:gd name="connsiteY16" fmla="*/ 180270 h 236211"/>
                  <a:gd name="connsiteX17" fmla="*/ 42849 w 252067"/>
                  <a:gd name="connsiteY17" fmla="*/ 178296 h 236211"/>
                  <a:gd name="connsiteX18" fmla="*/ 40875 w 252067"/>
                  <a:gd name="connsiteY18" fmla="*/ 189481 h 236211"/>
                  <a:gd name="connsiteX19" fmla="*/ 133642 w 252067"/>
                  <a:gd name="connsiteY19" fmla="*/ 236193 h 236211"/>
                  <a:gd name="connsiteX20" fmla="*/ 252067 w 252067"/>
                  <a:gd name="connsiteY20" fmla="*/ 117768 h 236211"/>
                  <a:gd name="connsiteX21" fmla="*/ 134300 w 252067"/>
                  <a:gd name="connsiteY21" fmla="*/ 0 h 236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2067" h="236211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1" name="Graphic 9">
              <a:extLst>
                <a:ext uri="{FF2B5EF4-FFF2-40B4-BE49-F238E27FC236}">
                  <a16:creationId xmlns:a16="http://schemas.microsoft.com/office/drawing/2014/main" id="{70DBAD13-1F6F-AFC4-76E4-C26B5048A868}"/>
                </a:ext>
              </a:extLst>
            </p:cNvPr>
            <p:cNvSpPr/>
            <p:nvPr/>
          </p:nvSpPr>
          <p:spPr>
            <a:xfrm>
              <a:off x="1043588" y="3562795"/>
              <a:ext cx="229304" cy="237509"/>
            </a:xfrm>
            <a:custGeom>
              <a:avLst/>
              <a:gdLst>
                <a:gd name="connsiteX0" fmla="*/ 257947 w 261929"/>
                <a:gd name="connsiteY0" fmla="*/ 247112 h 271301"/>
                <a:gd name="connsiteX1" fmla="*/ 193377 w 261929"/>
                <a:gd name="connsiteY1" fmla="*/ 179956 h 271301"/>
                <a:gd name="connsiteX2" fmla="*/ 219075 w 261929"/>
                <a:gd name="connsiteY2" fmla="*/ 109538 h 271301"/>
                <a:gd name="connsiteX3" fmla="*/ 109538 w 261929"/>
                <a:gd name="connsiteY3" fmla="*/ 0 h 271301"/>
                <a:gd name="connsiteX4" fmla="*/ 0 w 261929"/>
                <a:gd name="connsiteY4" fmla="*/ 109538 h 271301"/>
                <a:gd name="connsiteX5" fmla="*/ 109538 w 261929"/>
                <a:gd name="connsiteY5" fmla="*/ 219075 h 271301"/>
                <a:gd name="connsiteX6" fmla="*/ 172293 w 261929"/>
                <a:gd name="connsiteY6" fmla="*/ 199254 h 271301"/>
                <a:gd name="connsiteX7" fmla="*/ 237354 w 261929"/>
                <a:gd name="connsiteY7" fmla="*/ 266920 h 271301"/>
                <a:gd name="connsiteX8" fmla="*/ 247650 w 261929"/>
                <a:gd name="connsiteY8" fmla="*/ 271301 h 271301"/>
                <a:gd name="connsiteX9" fmla="*/ 257552 w 261929"/>
                <a:gd name="connsiteY9" fmla="*/ 267315 h 271301"/>
                <a:gd name="connsiteX10" fmla="*/ 257947 w 261929"/>
                <a:gd name="connsiteY10" fmla="*/ 247112 h 271301"/>
                <a:gd name="connsiteX11" fmla="*/ 109538 w 261929"/>
                <a:gd name="connsiteY11" fmla="*/ 28575 h 271301"/>
                <a:gd name="connsiteX12" fmla="*/ 190500 w 261929"/>
                <a:gd name="connsiteY12" fmla="*/ 109538 h 271301"/>
                <a:gd name="connsiteX13" fmla="*/ 109538 w 261929"/>
                <a:gd name="connsiteY13" fmla="*/ 190500 h 271301"/>
                <a:gd name="connsiteX14" fmla="*/ 28575 w 261929"/>
                <a:gd name="connsiteY14" fmla="*/ 109538 h 271301"/>
                <a:gd name="connsiteX15" fmla="*/ 109538 w 261929"/>
                <a:gd name="connsiteY15" fmla="*/ 28575 h 2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1929" h="271301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 w="4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8782E7-D38C-58DF-0273-72CE9FF5D8D5}"/>
                </a:ext>
              </a:extLst>
            </p:cNvPr>
            <p:cNvGrpSpPr/>
            <p:nvPr/>
          </p:nvGrpSpPr>
          <p:grpSpPr>
            <a:xfrm>
              <a:off x="1083651" y="5471540"/>
              <a:ext cx="149178" cy="229632"/>
              <a:chOff x="4368201" y="2813647"/>
              <a:chExt cx="861402" cy="1325972"/>
            </a:xfrm>
            <a:solidFill>
              <a:schemeClr val="accent2"/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4B2FFFB-35B8-DBAC-562C-D71F71D06FED}"/>
                  </a:ext>
                </a:extLst>
              </p:cNvPr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avLst/>
                <a:gdLst>
                  <a:gd name="connsiteX0" fmla="*/ 861402 w 861402"/>
                  <a:gd name="connsiteY0" fmla="*/ 39536 h 653103"/>
                  <a:gd name="connsiteX1" fmla="*/ 821779 w 861402"/>
                  <a:gd name="connsiteY1" fmla="*/ 0 h 653103"/>
                  <a:gd name="connsiteX2" fmla="*/ 782158 w 861402"/>
                  <a:gd name="connsiteY2" fmla="*/ 39536 h 653103"/>
                  <a:gd name="connsiteX3" fmla="*/ 430695 w 861402"/>
                  <a:gd name="connsiteY3" fmla="*/ 390310 h 653103"/>
                  <a:gd name="connsiteX4" fmla="*/ 79245 w 861402"/>
                  <a:gd name="connsiteY4" fmla="*/ 39536 h 653103"/>
                  <a:gd name="connsiteX5" fmla="*/ 39622 w 861402"/>
                  <a:gd name="connsiteY5" fmla="*/ 0 h 653103"/>
                  <a:gd name="connsiteX6" fmla="*/ 0 w 861402"/>
                  <a:gd name="connsiteY6" fmla="*/ 39536 h 653103"/>
                  <a:gd name="connsiteX7" fmla="*/ 391074 w 861402"/>
                  <a:gd name="connsiteY7" fmla="*/ 467558 h 653103"/>
                  <a:gd name="connsiteX8" fmla="*/ 391074 w 861402"/>
                  <a:gd name="connsiteY8" fmla="*/ 574014 h 653103"/>
                  <a:gd name="connsiteX9" fmla="*/ 244038 w 861402"/>
                  <a:gd name="connsiteY9" fmla="*/ 574014 h 653103"/>
                  <a:gd name="connsiteX10" fmla="*/ 204416 w 861402"/>
                  <a:gd name="connsiteY10" fmla="*/ 613558 h 653103"/>
                  <a:gd name="connsiteX11" fmla="*/ 244038 w 861402"/>
                  <a:gd name="connsiteY11" fmla="*/ 653104 h 653103"/>
                  <a:gd name="connsiteX12" fmla="*/ 617364 w 861402"/>
                  <a:gd name="connsiteY12" fmla="*/ 653104 h 653103"/>
                  <a:gd name="connsiteX13" fmla="*/ 656977 w 861402"/>
                  <a:gd name="connsiteY13" fmla="*/ 613558 h 653103"/>
                  <a:gd name="connsiteX14" fmla="*/ 617364 w 861402"/>
                  <a:gd name="connsiteY14" fmla="*/ 574014 h 653103"/>
                  <a:gd name="connsiteX15" fmla="*/ 470318 w 861402"/>
                  <a:gd name="connsiteY15" fmla="*/ 574014 h 653103"/>
                  <a:gd name="connsiteX16" fmla="*/ 470318 w 861402"/>
                  <a:gd name="connsiteY16" fmla="*/ 467558 h 653103"/>
                  <a:gd name="connsiteX17" fmla="*/ 861402 w 861402"/>
                  <a:gd name="connsiteY17" fmla="*/ 39536 h 65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61402" h="653103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7DB4A95-7843-1035-FD6C-3D0F680A88BD}"/>
                  </a:ext>
                </a:extLst>
              </p:cNvPr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avLst/>
                <a:gdLst>
                  <a:gd name="connsiteX0" fmla="*/ 253687 w 507386"/>
                  <a:gd name="connsiteY0" fmla="*/ 965609 h 965608"/>
                  <a:gd name="connsiteX1" fmla="*/ 507386 w 507386"/>
                  <a:gd name="connsiteY1" fmla="*/ 712405 h 965608"/>
                  <a:gd name="connsiteX2" fmla="*/ 507386 w 507386"/>
                  <a:gd name="connsiteY2" fmla="*/ 253192 h 965608"/>
                  <a:gd name="connsiteX3" fmla="*/ 253687 w 507386"/>
                  <a:gd name="connsiteY3" fmla="*/ 0 h 965608"/>
                  <a:gd name="connsiteX4" fmla="*/ 0 w 507386"/>
                  <a:gd name="connsiteY4" fmla="*/ 253192 h 965608"/>
                  <a:gd name="connsiteX5" fmla="*/ 0 w 507386"/>
                  <a:gd name="connsiteY5" fmla="*/ 712405 h 965608"/>
                  <a:gd name="connsiteX6" fmla="*/ 253687 w 507386"/>
                  <a:gd name="connsiteY6" fmla="*/ 965609 h 965608"/>
                  <a:gd name="connsiteX7" fmla="*/ 79235 w 507386"/>
                  <a:gd name="connsiteY7" fmla="*/ 253192 h 965608"/>
                  <a:gd name="connsiteX8" fmla="*/ 253687 w 507386"/>
                  <a:gd name="connsiteY8" fmla="*/ 79090 h 965608"/>
                  <a:gd name="connsiteX9" fmla="*/ 428142 w 507386"/>
                  <a:gd name="connsiteY9" fmla="*/ 253192 h 965608"/>
                  <a:gd name="connsiteX10" fmla="*/ 428142 w 507386"/>
                  <a:gd name="connsiteY10" fmla="*/ 712405 h 965608"/>
                  <a:gd name="connsiteX11" fmla="*/ 253687 w 507386"/>
                  <a:gd name="connsiteY11" fmla="*/ 886517 h 965608"/>
                  <a:gd name="connsiteX12" fmla="*/ 79235 w 507386"/>
                  <a:gd name="connsiteY12" fmla="*/ 712405 h 96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7386" h="965608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2513A9E-B7D8-CC2C-3558-9297BAE3D868}"/>
              </a:ext>
            </a:extLst>
          </p:cNvPr>
          <p:cNvSpPr txBox="1"/>
          <p:nvPr/>
        </p:nvSpPr>
        <p:spPr>
          <a:xfrm>
            <a:off x="2008976" y="869315"/>
            <a:ext cx="3914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Steps we followed</a:t>
            </a:r>
            <a:endParaRPr lang="en-IN" sz="3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F65F62-14A8-3C24-1953-B3C2F9B8456E}"/>
              </a:ext>
            </a:extLst>
          </p:cNvPr>
          <p:cNvSpPr txBox="1"/>
          <p:nvPr/>
        </p:nvSpPr>
        <p:spPr>
          <a:xfrm>
            <a:off x="2031010" y="1782818"/>
            <a:ext cx="4700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Collect data and explore the dataset. </a:t>
            </a:r>
          </a:p>
          <a:p>
            <a:r>
              <a:rPr lang="en-US" sz="1200" dirty="0">
                <a:solidFill>
                  <a:schemeClr val="bg2"/>
                </a:solidFill>
              </a:rPr>
              <a:t>Dataset: </a:t>
            </a:r>
            <a:r>
              <a:rPr lang="en-US" sz="1200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most streamed song 2023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8D58DF-D531-3D50-18F1-94B490539F55}"/>
              </a:ext>
            </a:extLst>
          </p:cNvPr>
          <p:cNvSpPr txBox="1"/>
          <p:nvPr/>
        </p:nvSpPr>
        <p:spPr>
          <a:xfrm>
            <a:off x="2024490" y="1511267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Collect &amp; Explore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C5EEBB-1AF4-9427-8305-8A6FAA45A5B2}"/>
              </a:ext>
            </a:extLst>
          </p:cNvPr>
          <p:cNvSpPr/>
          <p:nvPr/>
        </p:nvSpPr>
        <p:spPr>
          <a:xfrm>
            <a:off x="7610838" y="131352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258CF5-D0C4-1C5B-5C41-3313AAFF5EE1}"/>
              </a:ext>
            </a:extLst>
          </p:cNvPr>
          <p:cNvCxnSpPr>
            <a:cxnSpLocks/>
          </p:cNvCxnSpPr>
          <p:nvPr/>
        </p:nvCxnSpPr>
        <p:spPr>
          <a:xfrm>
            <a:off x="7918001" y="242055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2BD39D-DC31-9863-4D62-AC7CFA1FB8F0}"/>
              </a:ext>
            </a:extLst>
          </p:cNvPr>
          <p:cNvSpPr/>
          <p:nvPr/>
        </p:nvSpPr>
        <p:spPr>
          <a:xfrm>
            <a:off x="7610838" y="286499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B893F2-2BB9-F8E3-FD63-93AD48B5139D}"/>
              </a:ext>
            </a:extLst>
          </p:cNvPr>
          <p:cNvCxnSpPr>
            <a:cxnSpLocks/>
          </p:cNvCxnSpPr>
          <p:nvPr/>
        </p:nvCxnSpPr>
        <p:spPr>
          <a:xfrm>
            <a:off x="7918001" y="397202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4BF2591-EBA6-56E8-D2A3-C8D911B76C8C}"/>
              </a:ext>
            </a:extLst>
          </p:cNvPr>
          <p:cNvSpPr/>
          <p:nvPr/>
        </p:nvSpPr>
        <p:spPr>
          <a:xfrm>
            <a:off x="7610838" y="4416467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BFA91-0AA0-5EBF-F333-3B50E8E29AEF}"/>
              </a:ext>
            </a:extLst>
          </p:cNvPr>
          <p:cNvCxnSpPr>
            <a:cxnSpLocks/>
          </p:cNvCxnSpPr>
          <p:nvPr/>
        </p:nvCxnSpPr>
        <p:spPr>
          <a:xfrm>
            <a:off x="7918001" y="5523490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10CFA3E-C5AD-F982-A62B-EBDB712D5B62}"/>
              </a:ext>
            </a:extLst>
          </p:cNvPr>
          <p:cNvSpPr txBox="1"/>
          <p:nvPr/>
        </p:nvSpPr>
        <p:spPr>
          <a:xfrm>
            <a:off x="7895877" y="1849821"/>
            <a:ext cx="277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Analyze top Spotify songs of 2023 to uncover streaming trends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BFF4A8-6728-E477-D504-0D65AC70BFF1}"/>
              </a:ext>
            </a:extLst>
          </p:cNvPr>
          <p:cNvSpPr txBox="1"/>
          <p:nvPr/>
        </p:nvSpPr>
        <p:spPr>
          <a:xfrm>
            <a:off x="7895877" y="1543907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Objective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FBD7C96-0537-257F-AB28-30FCB6EF47F7}"/>
              </a:ext>
            </a:extLst>
          </p:cNvPr>
          <p:cNvGrpSpPr/>
          <p:nvPr/>
        </p:nvGrpSpPr>
        <p:grpSpPr>
          <a:xfrm>
            <a:off x="10775589" y="1618635"/>
            <a:ext cx="276219" cy="517792"/>
            <a:chOff x="10477869" y="4849264"/>
            <a:chExt cx="175705" cy="32937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A1F6F05-64CF-665C-7545-B6F3A4015A05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BE63C0E-EC57-B58E-6A50-AAAD6F44708D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6D601FF-F091-DD30-C138-AD00B39181A3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71EA75D-EB94-EF08-C123-92B6C83A107B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F2FEE80-ECDF-D9DC-5F03-4EA749F76DB7}"/>
              </a:ext>
            </a:extLst>
          </p:cNvPr>
          <p:cNvSpPr txBox="1"/>
          <p:nvPr/>
        </p:nvSpPr>
        <p:spPr>
          <a:xfrm>
            <a:off x="7895877" y="3398471"/>
            <a:ext cx="2181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Follow the lab and explore the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6684BD-75C4-75AA-4945-ECEC607CD383}"/>
              </a:ext>
            </a:extLst>
          </p:cNvPr>
          <p:cNvSpPr txBox="1"/>
          <p:nvPr/>
        </p:nvSpPr>
        <p:spPr>
          <a:xfrm>
            <a:off x="7895877" y="3064848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Strategy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47C9B4-995D-D50A-FF26-50136D6F235A}"/>
              </a:ext>
            </a:extLst>
          </p:cNvPr>
          <p:cNvGrpSpPr/>
          <p:nvPr/>
        </p:nvGrpSpPr>
        <p:grpSpPr>
          <a:xfrm>
            <a:off x="10775589" y="3139576"/>
            <a:ext cx="276219" cy="517792"/>
            <a:chOff x="10477869" y="4849264"/>
            <a:chExt cx="175705" cy="32937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0D3448C-F401-7396-58A9-A8E26C6EA4C8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A5A4267-D02E-DBB4-B04D-4415A1F47CB8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7F64B8D-7854-CF53-28E9-26862B69232B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53D1256-3D53-CF10-6D4F-91B5AAB4A02D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BDAE2E1-DB68-D113-9EAD-3F6D883C03DF}"/>
              </a:ext>
            </a:extLst>
          </p:cNvPr>
          <p:cNvSpPr txBox="1"/>
          <p:nvPr/>
        </p:nvSpPr>
        <p:spPr>
          <a:xfrm>
            <a:off x="7895877" y="5037096"/>
            <a:ext cx="2595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Kaggle: </a:t>
            </a:r>
            <a:r>
              <a:rPr lang="en-US" sz="1200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Spotify - Most streamed song 2023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A94C1E-BAF9-B9AD-0904-16A45A92F9C5}"/>
              </a:ext>
            </a:extLst>
          </p:cNvPr>
          <p:cNvSpPr txBox="1"/>
          <p:nvPr/>
        </p:nvSpPr>
        <p:spPr>
          <a:xfrm>
            <a:off x="7895877" y="4646846"/>
            <a:ext cx="1784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Dataset Source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D1745D9-42BA-0F13-2C55-FCA794CDC55E}"/>
              </a:ext>
            </a:extLst>
          </p:cNvPr>
          <p:cNvGrpSpPr/>
          <p:nvPr/>
        </p:nvGrpSpPr>
        <p:grpSpPr>
          <a:xfrm>
            <a:off x="10775589" y="4721574"/>
            <a:ext cx="276219" cy="517792"/>
            <a:chOff x="10477869" y="4849264"/>
            <a:chExt cx="175705" cy="329371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7C9D09D-D5F3-9712-DA04-C327DF22E1CB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BAEC17F-350C-8D07-43BC-5C8ABC34E821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0C4A732-2648-C0E8-C9E7-9BE7C7E1F3F2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D4C87BA-50ED-856E-6F0D-8DE54B67CE18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ABC324D-F239-FB1D-DB22-6A83BBD84B44}"/>
              </a:ext>
            </a:extLst>
          </p:cNvPr>
          <p:cNvSpPr txBox="1"/>
          <p:nvPr/>
        </p:nvSpPr>
        <p:spPr>
          <a:xfrm>
            <a:off x="2018186" y="2564324"/>
            <a:ext cx="4700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Clean the data by removing duplicates, errors, etc.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Added a new unique id combining Track and Artist Name.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457EDE-9069-9BB3-6E2E-E2D68B76DE71}"/>
              </a:ext>
            </a:extLst>
          </p:cNvPr>
          <p:cNvSpPr txBox="1"/>
          <p:nvPr/>
        </p:nvSpPr>
        <p:spPr>
          <a:xfrm>
            <a:off x="2011666" y="2292773"/>
            <a:ext cx="1946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Prepare the data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571249-A838-00BF-B9F7-80B44FAF6AE0}"/>
              </a:ext>
            </a:extLst>
          </p:cNvPr>
          <p:cNvSpPr txBox="1"/>
          <p:nvPr/>
        </p:nvSpPr>
        <p:spPr>
          <a:xfrm>
            <a:off x="2018186" y="3350042"/>
            <a:ext cx="47004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Identify key entities and establish relationships.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Separated Track and Artist as two different entities with Many to One relationship. 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Added Custom columns and Measures like Top 10, Top 100, </a:t>
            </a:r>
            <a:r>
              <a:rPr lang="en-US" sz="1200" dirty="0" err="1">
                <a:solidFill>
                  <a:schemeClr val="accent2"/>
                </a:solidFill>
              </a:rPr>
              <a:t>is_collab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B74821-89F5-76DC-566F-50F8175867A3}"/>
              </a:ext>
            </a:extLst>
          </p:cNvPr>
          <p:cNvSpPr txBox="1"/>
          <p:nvPr/>
        </p:nvSpPr>
        <p:spPr>
          <a:xfrm>
            <a:off x="2011666" y="3078491"/>
            <a:ext cx="1875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Semantic Model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C82FDD-E112-6E2F-3B27-383A1467DED3}"/>
              </a:ext>
            </a:extLst>
          </p:cNvPr>
          <p:cNvSpPr txBox="1"/>
          <p:nvPr/>
        </p:nvSpPr>
        <p:spPr>
          <a:xfrm>
            <a:off x="2025532" y="4697075"/>
            <a:ext cx="4700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Visualize the data to uncover insightful discoveries.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Used different charts like Line Chart, Bar chart, Stacked Area Chart, Gauge chart, Donut Pie Chart, </a:t>
            </a:r>
            <a:r>
              <a:rPr lang="en-US" sz="1200" dirty="0" err="1">
                <a:solidFill>
                  <a:schemeClr val="accent2"/>
                </a:solidFill>
              </a:rPr>
              <a:t>etc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8C67F8-3BCB-3318-AF42-1E86FD5D71E4}"/>
              </a:ext>
            </a:extLst>
          </p:cNvPr>
          <p:cNvSpPr txBox="1"/>
          <p:nvPr/>
        </p:nvSpPr>
        <p:spPr>
          <a:xfrm>
            <a:off x="2011666" y="4416047"/>
            <a:ext cx="1117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Visualize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73162A-43E8-2BDB-AEB8-289F038386F6}"/>
              </a:ext>
            </a:extLst>
          </p:cNvPr>
          <p:cNvSpPr txBox="1"/>
          <p:nvPr/>
        </p:nvSpPr>
        <p:spPr>
          <a:xfrm>
            <a:off x="2038572" y="5681258"/>
            <a:ext cx="4700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Transform insights into interactive visual stories using slicers and color themes. Created Overview, Artist and Track wise reports.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CCF523-4375-A7BD-2E55-AA1B9178FE7C}"/>
              </a:ext>
            </a:extLst>
          </p:cNvPr>
          <p:cNvSpPr txBox="1"/>
          <p:nvPr/>
        </p:nvSpPr>
        <p:spPr>
          <a:xfrm>
            <a:off x="2032052" y="5409707"/>
            <a:ext cx="2114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Create Dashboard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5423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0D7B-1113-10EF-0E1C-A1D82AA1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CB9A9-8CCF-AE04-E9D8-40D780498D57}"/>
              </a:ext>
            </a:extLst>
          </p:cNvPr>
          <p:cNvSpPr txBox="1"/>
          <p:nvPr/>
        </p:nvSpPr>
        <p:spPr>
          <a:xfrm>
            <a:off x="4158610" y="981435"/>
            <a:ext cx="3874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Dataset Overview</a:t>
            </a:r>
            <a:endParaRPr lang="en-IN" sz="32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49BBAD-C648-8379-7698-171180264879}"/>
              </a:ext>
            </a:extLst>
          </p:cNvPr>
          <p:cNvGrpSpPr/>
          <p:nvPr/>
        </p:nvGrpSpPr>
        <p:grpSpPr>
          <a:xfrm>
            <a:off x="777240" y="758391"/>
            <a:ext cx="762000" cy="5341218"/>
            <a:chOff x="777240" y="758391"/>
            <a:chExt cx="762000" cy="534121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62B5E20-DB62-F416-2D8D-43676F7C04B9}"/>
                </a:ext>
              </a:extLst>
            </p:cNvPr>
            <p:cNvSpPr/>
            <p:nvPr/>
          </p:nvSpPr>
          <p:spPr>
            <a:xfrm>
              <a:off x="777240" y="758391"/>
              <a:ext cx="762000" cy="5341218"/>
            </a:xfrm>
            <a:prstGeom prst="roundRect">
              <a:avLst>
                <a:gd name="adj" fmla="val 2098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B97F5D9-5878-B2CA-03FF-E7477AC6E4B2}"/>
                </a:ext>
              </a:extLst>
            </p:cNvPr>
            <p:cNvSpPr/>
            <p:nvPr/>
          </p:nvSpPr>
          <p:spPr>
            <a:xfrm>
              <a:off x="996461" y="1002487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65D6FF1-4AFA-99FD-41F8-E467A22C9986}"/>
                </a:ext>
              </a:extLst>
            </p:cNvPr>
            <p:cNvSpPr/>
            <p:nvPr/>
          </p:nvSpPr>
          <p:spPr>
            <a:xfrm>
              <a:off x="954355" y="1566210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E664FB6-AD40-C068-3E09-E945DB43DBBB}"/>
                </a:ext>
              </a:extLst>
            </p:cNvPr>
            <p:cNvSpPr/>
            <p:nvPr/>
          </p:nvSpPr>
          <p:spPr>
            <a:xfrm>
              <a:off x="1039157" y="2926333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091AA39-33F8-47BB-D5DE-37C343B6B230}"/>
                </a:ext>
              </a:extLst>
            </p:cNvPr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EE3A0042-B312-F05B-7DF3-083983DCB8D9}"/>
                  </a:ext>
                </a:extLst>
              </p:cNvPr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avLst/>
                <a:gdLst>
                  <a:gd name="connsiteX0" fmla="*/ 119084 w 238167"/>
                  <a:gd name="connsiteY0" fmla="*/ 0 h 238167"/>
                  <a:gd name="connsiteX1" fmla="*/ 0 w 238167"/>
                  <a:gd name="connsiteY1" fmla="*/ 119083 h 238167"/>
                  <a:gd name="connsiteX2" fmla="*/ 119084 w 238167"/>
                  <a:gd name="connsiteY2" fmla="*/ 238167 h 238167"/>
                  <a:gd name="connsiteX3" fmla="*/ 238167 w 238167"/>
                  <a:gd name="connsiteY3" fmla="*/ 119083 h 238167"/>
                  <a:gd name="connsiteX4" fmla="*/ 119084 w 238167"/>
                  <a:gd name="connsiteY4" fmla="*/ 0 h 238167"/>
                  <a:gd name="connsiteX5" fmla="*/ 119084 w 238167"/>
                  <a:gd name="connsiteY5" fmla="*/ 220403 h 238167"/>
                  <a:gd name="connsiteX6" fmla="*/ 17106 w 238167"/>
                  <a:gd name="connsiteY6" fmla="*/ 118426 h 238167"/>
                  <a:gd name="connsiteX7" fmla="*/ 119084 w 238167"/>
                  <a:gd name="connsiteY7" fmla="*/ 16448 h 238167"/>
                  <a:gd name="connsiteX8" fmla="*/ 221061 w 238167"/>
                  <a:gd name="connsiteY8" fmla="*/ 118426 h 238167"/>
                  <a:gd name="connsiteX9" fmla="*/ 119084 w 238167"/>
                  <a:gd name="connsiteY9" fmla="*/ 220403 h 23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8167" h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1CE3AAE-F7FC-03AB-828F-2297929C90B1}"/>
                  </a:ext>
                </a:extLst>
              </p:cNvPr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avLst/>
                <a:gdLst>
                  <a:gd name="connsiteX0" fmla="*/ 35528 w 119083"/>
                  <a:gd name="connsiteY0" fmla="*/ 35527 h 119083"/>
                  <a:gd name="connsiteX1" fmla="*/ 0 w 119083"/>
                  <a:gd name="connsiteY1" fmla="*/ 119083 h 119083"/>
                  <a:gd name="connsiteX2" fmla="*/ 83556 w 119083"/>
                  <a:gd name="connsiteY2" fmla="*/ 83556 h 119083"/>
                  <a:gd name="connsiteX3" fmla="*/ 119084 w 119083"/>
                  <a:gd name="connsiteY3" fmla="*/ 0 h 119083"/>
                  <a:gd name="connsiteX4" fmla="*/ 35528 w 119083"/>
                  <a:gd name="connsiteY4" fmla="*/ 35527 h 119083"/>
                  <a:gd name="connsiteX5" fmla="*/ 59213 w 119083"/>
                  <a:gd name="connsiteY5" fmla="*/ 71055 h 119083"/>
                  <a:gd name="connsiteX6" fmla="*/ 47370 w 119083"/>
                  <a:gd name="connsiteY6" fmla="*/ 59213 h 119083"/>
                  <a:gd name="connsiteX7" fmla="*/ 59213 w 119083"/>
                  <a:gd name="connsiteY7" fmla="*/ 47370 h 119083"/>
                  <a:gd name="connsiteX8" fmla="*/ 71055 w 119083"/>
                  <a:gd name="connsiteY8" fmla="*/ 59213 h 119083"/>
                  <a:gd name="connsiteX9" fmla="*/ 59213 w 119083"/>
                  <a:gd name="connsiteY9" fmla="*/ 71055 h 11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083" h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D2AABD-4D58-7477-6490-17FC0F2713A6}"/>
                </a:ext>
              </a:extLst>
            </p:cNvPr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A16AE6F-4B45-A091-93E5-D968BB644F3C}"/>
                  </a:ext>
                </a:extLst>
              </p:cNvPr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avLst/>
                <a:gdLst>
                  <a:gd name="connsiteX0" fmla="*/ 2632 w 62810"/>
                  <a:gd name="connsiteY0" fmla="*/ 84872 h 122023"/>
                  <a:gd name="connsiteX1" fmla="*/ 50002 w 62810"/>
                  <a:gd name="connsiteY1" fmla="*/ 120400 h 122023"/>
                  <a:gd name="connsiteX2" fmla="*/ 61187 w 62810"/>
                  <a:gd name="connsiteY2" fmla="*/ 119084 h 122023"/>
                  <a:gd name="connsiteX3" fmla="*/ 59871 w 62810"/>
                  <a:gd name="connsiteY3" fmla="*/ 107899 h 122023"/>
                  <a:gd name="connsiteX4" fmla="*/ 15790 w 62810"/>
                  <a:gd name="connsiteY4" fmla="*/ 75003 h 122023"/>
                  <a:gd name="connsiteX5" fmla="*/ 15790 w 62810"/>
                  <a:gd name="connsiteY5" fmla="*/ 7895 h 122023"/>
                  <a:gd name="connsiteX6" fmla="*/ 7895 w 62810"/>
                  <a:gd name="connsiteY6" fmla="*/ 0 h 122023"/>
                  <a:gd name="connsiteX7" fmla="*/ 0 w 62810"/>
                  <a:gd name="connsiteY7" fmla="*/ 7895 h 122023"/>
                  <a:gd name="connsiteX8" fmla="*/ 0 w 62810"/>
                  <a:gd name="connsiteY8" fmla="*/ 78950 h 122023"/>
                  <a:gd name="connsiteX9" fmla="*/ 2632 w 62810"/>
                  <a:gd name="connsiteY9" fmla="*/ 84872 h 122023"/>
                  <a:gd name="connsiteX10" fmla="*/ 2632 w 62810"/>
                  <a:gd name="connsiteY10" fmla="*/ 84872 h 12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810" h="122023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E04C676-9F3F-C9C6-5523-9CE53E1152FA}"/>
                  </a:ext>
                </a:extLst>
              </p:cNvPr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avLst/>
                <a:gdLst>
                  <a:gd name="connsiteX0" fmla="*/ 134300 w 252067"/>
                  <a:gd name="connsiteY0" fmla="*/ 0 h 236211"/>
                  <a:gd name="connsiteX1" fmla="*/ 17848 w 252067"/>
                  <a:gd name="connsiteY1" fmla="*/ 98688 h 236211"/>
                  <a:gd name="connsiteX2" fmla="*/ 14558 w 252067"/>
                  <a:gd name="connsiteY2" fmla="*/ 94082 h 236211"/>
                  <a:gd name="connsiteX3" fmla="*/ 3374 w 252067"/>
                  <a:gd name="connsiteY3" fmla="*/ 92109 h 236211"/>
                  <a:gd name="connsiteX4" fmla="*/ 1400 w 252067"/>
                  <a:gd name="connsiteY4" fmla="*/ 103294 h 236211"/>
                  <a:gd name="connsiteX5" fmla="*/ 17190 w 252067"/>
                  <a:gd name="connsiteY5" fmla="*/ 126978 h 236211"/>
                  <a:gd name="connsiteX6" fmla="*/ 23111 w 252067"/>
                  <a:gd name="connsiteY6" fmla="*/ 130268 h 236211"/>
                  <a:gd name="connsiteX7" fmla="*/ 23769 w 252067"/>
                  <a:gd name="connsiteY7" fmla="*/ 130268 h 236211"/>
                  <a:gd name="connsiteX8" fmla="*/ 29033 w 252067"/>
                  <a:gd name="connsiteY8" fmla="*/ 127637 h 236211"/>
                  <a:gd name="connsiteX9" fmla="*/ 48770 w 252067"/>
                  <a:gd name="connsiteY9" fmla="*/ 107899 h 236211"/>
                  <a:gd name="connsiteX10" fmla="*/ 48770 w 252067"/>
                  <a:gd name="connsiteY10" fmla="*/ 96714 h 236211"/>
                  <a:gd name="connsiteX11" fmla="*/ 37586 w 252067"/>
                  <a:gd name="connsiteY11" fmla="*/ 96714 h 236211"/>
                  <a:gd name="connsiteX12" fmla="*/ 32980 w 252067"/>
                  <a:gd name="connsiteY12" fmla="*/ 101320 h 236211"/>
                  <a:gd name="connsiteX13" fmla="*/ 150748 w 252067"/>
                  <a:gd name="connsiteY13" fmla="*/ 16448 h 236211"/>
                  <a:gd name="connsiteX14" fmla="*/ 235619 w 252067"/>
                  <a:gd name="connsiteY14" fmla="*/ 134216 h 236211"/>
                  <a:gd name="connsiteX15" fmla="*/ 134300 w 252067"/>
                  <a:gd name="connsiteY15" fmla="*/ 220403 h 236211"/>
                  <a:gd name="connsiteX16" fmla="*/ 54034 w 252067"/>
                  <a:gd name="connsiteY16" fmla="*/ 180270 h 236211"/>
                  <a:gd name="connsiteX17" fmla="*/ 42849 w 252067"/>
                  <a:gd name="connsiteY17" fmla="*/ 178296 h 236211"/>
                  <a:gd name="connsiteX18" fmla="*/ 40875 w 252067"/>
                  <a:gd name="connsiteY18" fmla="*/ 189481 h 236211"/>
                  <a:gd name="connsiteX19" fmla="*/ 133642 w 252067"/>
                  <a:gd name="connsiteY19" fmla="*/ 236193 h 236211"/>
                  <a:gd name="connsiteX20" fmla="*/ 252067 w 252067"/>
                  <a:gd name="connsiteY20" fmla="*/ 117768 h 236211"/>
                  <a:gd name="connsiteX21" fmla="*/ 134300 w 252067"/>
                  <a:gd name="connsiteY21" fmla="*/ 0 h 236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2067" h="236211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5023170-B3F2-258E-0BD5-629245D900F8}"/>
                </a:ext>
              </a:extLst>
            </p:cNvPr>
            <p:cNvSpPr/>
            <p:nvPr/>
          </p:nvSpPr>
          <p:spPr>
            <a:xfrm>
              <a:off x="1043588" y="3562795"/>
              <a:ext cx="229304" cy="237509"/>
            </a:xfrm>
            <a:custGeom>
              <a:avLst/>
              <a:gdLst>
                <a:gd name="connsiteX0" fmla="*/ 257947 w 261929"/>
                <a:gd name="connsiteY0" fmla="*/ 247112 h 271301"/>
                <a:gd name="connsiteX1" fmla="*/ 193377 w 261929"/>
                <a:gd name="connsiteY1" fmla="*/ 179956 h 271301"/>
                <a:gd name="connsiteX2" fmla="*/ 219075 w 261929"/>
                <a:gd name="connsiteY2" fmla="*/ 109538 h 271301"/>
                <a:gd name="connsiteX3" fmla="*/ 109538 w 261929"/>
                <a:gd name="connsiteY3" fmla="*/ 0 h 271301"/>
                <a:gd name="connsiteX4" fmla="*/ 0 w 261929"/>
                <a:gd name="connsiteY4" fmla="*/ 109538 h 271301"/>
                <a:gd name="connsiteX5" fmla="*/ 109538 w 261929"/>
                <a:gd name="connsiteY5" fmla="*/ 219075 h 271301"/>
                <a:gd name="connsiteX6" fmla="*/ 172293 w 261929"/>
                <a:gd name="connsiteY6" fmla="*/ 199254 h 271301"/>
                <a:gd name="connsiteX7" fmla="*/ 237354 w 261929"/>
                <a:gd name="connsiteY7" fmla="*/ 266920 h 271301"/>
                <a:gd name="connsiteX8" fmla="*/ 247650 w 261929"/>
                <a:gd name="connsiteY8" fmla="*/ 271301 h 271301"/>
                <a:gd name="connsiteX9" fmla="*/ 257552 w 261929"/>
                <a:gd name="connsiteY9" fmla="*/ 267315 h 271301"/>
                <a:gd name="connsiteX10" fmla="*/ 257947 w 261929"/>
                <a:gd name="connsiteY10" fmla="*/ 247112 h 271301"/>
                <a:gd name="connsiteX11" fmla="*/ 109538 w 261929"/>
                <a:gd name="connsiteY11" fmla="*/ 28575 h 271301"/>
                <a:gd name="connsiteX12" fmla="*/ 190500 w 261929"/>
                <a:gd name="connsiteY12" fmla="*/ 109538 h 271301"/>
                <a:gd name="connsiteX13" fmla="*/ 109538 w 261929"/>
                <a:gd name="connsiteY13" fmla="*/ 190500 h 271301"/>
                <a:gd name="connsiteX14" fmla="*/ 28575 w 261929"/>
                <a:gd name="connsiteY14" fmla="*/ 109538 h 271301"/>
                <a:gd name="connsiteX15" fmla="*/ 109538 w 261929"/>
                <a:gd name="connsiteY15" fmla="*/ 28575 h 2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1929" h="271301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 w="4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FE36AA1-1083-A955-7675-BE582EBBCD66}"/>
                </a:ext>
              </a:extLst>
            </p:cNvPr>
            <p:cNvGrpSpPr/>
            <p:nvPr/>
          </p:nvGrpSpPr>
          <p:grpSpPr>
            <a:xfrm>
              <a:off x="1083651" y="5471540"/>
              <a:ext cx="149178" cy="229632"/>
              <a:chOff x="4368201" y="2813647"/>
              <a:chExt cx="861402" cy="1325972"/>
            </a:xfrm>
            <a:solidFill>
              <a:schemeClr val="accent2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596CDB8-5BD3-79E6-B6F1-B5E581F153C2}"/>
                  </a:ext>
                </a:extLst>
              </p:cNvPr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avLst/>
                <a:gdLst>
                  <a:gd name="connsiteX0" fmla="*/ 861402 w 861402"/>
                  <a:gd name="connsiteY0" fmla="*/ 39536 h 653103"/>
                  <a:gd name="connsiteX1" fmla="*/ 821779 w 861402"/>
                  <a:gd name="connsiteY1" fmla="*/ 0 h 653103"/>
                  <a:gd name="connsiteX2" fmla="*/ 782158 w 861402"/>
                  <a:gd name="connsiteY2" fmla="*/ 39536 h 653103"/>
                  <a:gd name="connsiteX3" fmla="*/ 430695 w 861402"/>
                  <a:gd name="connsiteY3" fmla="*/ 390310 h 653103"/>
                  <a:gd name="connsiteX4" fmla="*/ 79245 w 861402"/>
                  <a:gd name="connsiteY4" fmla="*/ 39536 h 653103"/>
                  <a:gd name="connsiteX5" fmla="*/ 39622 w 861402"/>
                  <a:gd name="connsiteY5" fmla="*/ 0 h 653103"/>
                  <a:gd name="connsiteX6" fmla="*/ 0 w 861402"/>
                  <a:gd name="connsiteY6" fmla="*/ 39536 h 653103"/>
                  <a:gd name="connsiteX7" fmla="*/ 391074 w 861402"/>
                  <a:gd name="connsiteY7" fmla="*/ 467558 h 653103"/>
                  <a:gd name="connsiteX8" fmla="*/ 391074 w 861402"/>
                  <a:gd name="connsiteY8" fmla="*/ 574014 h 653103"/>
                  <a:gd name="connsiteX9" fmla="*/ 244038 w 861402"/>
                  <a:gd name="connsiteY9" fmla="*/ 574014 h 653103"/>
                  <a:gd name="connsiteX10" fmla="*/ 204416 w 861402"/>
                  <a:gd name="connsiteY10" fmla="*/ 613558 h 653103"/>
                  <a:gd name="connsiteX11" fmla="*/ 244038 w 861402"/>
                  <a:gd name="connsiteY11" fmla="*/ 653104 h 653103"/>
                  <a:gd name="connsiteX12" fmla="*/ 617364 w 861402"/>
                  <a:gd name="connsiteY12" fmla="*/ 653104 h 653103"/>
                  <a:gd name="connsiteX13" fmla="*/ 656977 w 861402"/>
                  <a:gd name="connsiteY13" fmla="*/ 613558 h 653103"/>
                  <a:gd name="connsiteX14" fmla="*/ 617364 w 861402"/>
                  <a:gd name="connsiteY14" fmla="*/ 574014 h 653103"/>
                  <a:gd name="connsiteX15" fmla="*/ 470318 w 861402"/>
                  <a:gd name="connsiteY15" fmla="*/ 574014 h 653103"/>
                  <a:gd name="connsiteX16" fmla="*/ 470318 w 861402"/>
                  <a:gd name="connsiteY16" fmla="*/ 467558 h 653103"/>
                  <a:gd name="connsiteX17" fmla="*/ 861402 w 861402"/>
                  <a:gd name="connsiteY17" fmla="*/ 39536 h 65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61402" h="653103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43AD054-5E9D-B457-C08C-476357DCC802}"/>
                  </a:ext>
                </a:extLst>
              </p:cNvPr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avLst/>
                <a:gdLst>
                  <a:gd name="connsiteX0" fmla="*/ 253687 w 507386"/>
                  <a:gd name="connsiteY0" fmla="*/ 965609 h 965608"/>
                  <a:gd name="connsiteX1" fmla="*/ 507386 w 507386"/>
                  <a:gd name="connsiteY1" fmla="*/ 712405 h 965608"/>
                  <a:gd name="connsiteX2" fmla="*/ 507386 w 507386"/>
                  <a:gd name="connsiteY2" fmla="*/ 253192 h 965608"/>
                  <a:gd name="connsiteX3" fmla="*/ 253687 w 507386"/>
                  <a:gd name="connsiteY3" fmla="*/ 0 h 965608"/>
                  <a:gd name="connsiteX4" fmla="*/ 0 w 507386"/>
                  <a:gd name="connsiteY4" fmla="*/ 253192 h 965608"/>
                  <a:gd name="connsiteX5" fmla="*/ 0 w 507386"/>
                  <a:gd name="connsiteY5" fmla="*/ 712405 h 965608"/>
                  <a:gd name="connsiteX6" fmla="*/ 253687 w 507386"/>
                  <a:gd name="connsiteY6" fmla="*/ 965609 h 965608"/>
                  <a:gd name="connsiteX7" fmla="*/ 79235 w 507386"/>
                  <a:gd name="connsiteY7" fmla="*/ 253192 h 965608"/>
                  <a:gd name="connsiteX8" fmla="*/ 253687 w 507386"/>
                  <a:gd name="connsiteY8" fmla="*/ 79090 h 965608"/>
                  <a:gd name="connsiteX9" fmla="*/ 428142 w 507386"/>
                  <a:gd name="connsiteY9" fmla="*/ 253192 h 965608"/>
                  <a:gd name="connsiteX10" fmla="*/ 428142 w 507386"/>
                  <a:gd name="connsiteY10" fmla="*/ 712405 h 965608"/>
                  <a:gd name="connsiteX11" fmla="*/ 253687 w 507386"/>
                  <a:gd name="connsiteY11" fmla="*/ 886517 h 965608"/>
                  <a:gd name="connsiteX12" fmla="*/ 79235 w 507386"/>
                  <a:gd name="connsiteY12" fmla="*/ 712405 h 96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7386" h="965608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CA61685-4C54-1C0B-42B0-4FC3E29311D2}"/>
              </a:ext>
            </a:extLst>
          </p:cNvPr>
          <p:cNvSpPr txBox="1"/>
          <p:nvPr/>
        </p:nvSpPr>
        <p:spPr>
          <a:xfrm>
            <a:off x="2703438" y="1732464"/>
            <a:ext cx="804126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track_name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Name of the song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artist(s)_name: </a:t>
            </a:r>
            <a:r>
              <a:rPr lang="en-US" sz="1600" dirty="0">
                <a:solidFill>
                  <a:schemeClr val="accent2"/>
                </a:solidFill>
              </a:rPr>
              <a:t>Name of the artist(s) of the song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artist_count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Number of artists contributing to the song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released_year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Year when the song was released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streams: </a:t>
            </a:r>
            <a:r>
              <a:rPr lang="en-US" sz="1600" dirty="0">
                <a:solidFill>
                  <a:schemeClr val="accent2"/>
                </a:solidFill>
              </a:rPr>
              <a:t>Total number of streams on Spotify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in_spotify_charts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Presence and rank of the song on Spotify charts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in_apple_charts</a:t>
            </a:r>
            <a:r>
              <a:rPr lang="en-US" sz="1600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Presence and rank of the song on Apple Music charts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in_deezer_charts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Presence and rank of the song on Deezer charts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in_shazam_charts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Presence and rank of the song on Shazam charts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mode</a:t>
            </a:r>
            <a:r>
              <a:rPr lang="en-US" sz="1600" dirty="0">
                <a:solidFill>
                  <a:schemeClr val="accent2"/>
                </a:solidFill>
              </a:rPr>
              <a:t>: Mode of the song (major or minor)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danceability_%</a:t>
            </a:r>
            <a:r>
              <a:rPr lang="en-US" sz="1600" b="1" dirty="0">
                <a:solidFill>
                  <a:schemeClr val="accent2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Percentage indicating how suitable the song is for dancing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valence_%</a:t>
            </a:r>
            <a:r>
              <a:rPr lang="en-US" sz="1600" b="1" dirty="0">
                <a:solidFill>
                  <a:schemeClr val="accent2"/>
                </a:solidFill>
              </a:rPr>
              <a:t>: </a:t>
            </a:r>
            <a:r>
              <a:rPr lang="en-US" sz="1600" dirty="0">
                <a:solidFill>
                  <a:schemeClr val="accent2"/>
                </a:solidFill>
              </a:rPr>
              <a:t>Positivity of the song's musical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energy_%: </a:t>
            </a:r>
            <a:r>
              <a:rPr lang="en-US" sz="1600" dirty="0">
                <a:solidFill>
                  <a:schemeClr val="accent2"/>
                </a:solidFill>
              </a:rPr>
              <a:t>Perceived energy level of the song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acousticness</a:t>
            </a:r>
            <a:r>
              <a:rPr lang="en-US" sz="1600" b="1" dirty="0">
                <a:solidFill>
                  <a:schemeClr val="bg1"/>
                </a:solidFill>
              </a:rPr>
              <a:t>_%: </a:t>
            </a:r>
            <a:r>
              <a:rPr lang="en-US" sz="1600" dirty="0">
                <a:solidFill>
                  <a:schemeClr val="accent2"/>
                </a:solidFill>
              </a:rPr>
              <a:t>Amount of acoustic sound in the song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instrumentalness</a:t>
            </a:r>
            <a:r>
              <a:rPr lang="en-US" sz="1600" b="1" dirty="0">
                <a:solidFill>
                  <a:schemeClr val="bg1"/>
                </a:solidFill>
              </a:rPr>
              <a:t>_%: </a:t>
            </a:r>
            <a:r>
              <a:rPr lang="en-US" sz="1600" dirty="0">
                <a:solidFill>
                  <a:schemeClr val="accent2"/>
                </a:solidFill>
              </a:rPr>
              <a:t>Amount of instrumental content in the song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liveness_%: </a:t>
            </a:r>
            <a:r>
              <a:rPr lang="en-US" sz="1600" dirty="0">
                <a:solidFill>
                  <a:schemeClr val="accent2"/>
                </a:solidFill>
              </a:rPr>
              <a:t>Presence of live performance elements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speechiness</a:t>
            </a:r>
            <a:r>
              <a:rPr lang="en-US" sz="1600" b="1" dirty="0">
                <a:solidFill>
                  <a:schemeClr val="bg1"/>
                </a:solidFill>
              </a:rPr>
              <a:t>_%: </a:t>
            </a:r>
            <a:r>
              <a:rPr lang="en-US" sz="1600" dirty="0">
                <a:solidFill>
                  <a:schemeClr val="accent2"/>
                </a:solidFill>
              </a:rPr>
              <a:t>Amount of spoken words in the song</a:t>
            </a:r>
          </a:p>
        </p:txBody>
      </p:sp>
    </p:spTree>
    <p:extLst>
      <p:ext uri="{BB962C8B-B14F-4D97-AF65-F5344CB8AC3E}">
        <p14:creationId xmlns:p14="http://schemas.microsoft.com/office/powerpoint/2010/main" val="394876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8BC2-3077-E65E-45C9-DE5B5412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DE43A5-2569-5D96-47EA-3B55475AD94F}"/>
              </a:ext>
            </a:extLst>
          </p:cNvPr>
          <p:cNvGrpSpPr/>
          <p:nvPr/>
        </p:nvGrpSpPr>
        <p:grpSpPr>
          <a:xfrm>
            <a:off x="777240" y="758391"/>
            <a:ext cx="762000" cy="5341218"/>
            <a:chOff x="777240" y="758391"/>
            <a:chExt cx="762000" cy="53412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BEAADD4-5276-240F-D55B-4D0D92E44471}"/>
                </a:ext>
              </a:extLst>
            </p:cNvPr>
            <p:cNvSpPr/>
            <p:nvPr/>
          </p:nvSpPr>
          <p:spPr>
            <a:xfrm>
              <a:off x="777240" y="758391"/>
              <a:ext cx="762000" cy="5341218"/>
            </a:xfrm>
            <a:prstGeom prst="roundRect">
              <a:avLst>
                <a:gd name="adj" fmla="val 2098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B94F51-DA33-8D6D-97C0-5C951A492FBC}"/>
                </a:ext>
              </a:extLst>
            </p:cNvPr>
            <p:cNvSpPr/>
            <p:nvPr/>
          </p:nvSpPr>
          <p:spPr>
            <a:xfrm>
              <a:off x="996461" y="1002487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A796F11-E65A-AD8D-F57A-006711330EEA}"/>
                </a:ext>
              </a:extLst>
            </p:cNvPr>
            <p:cNvSpPr/>
            <p:nvPr/>
          </p:nvSpPr>
          <p:spPr>
            <a:xfrm>
              <a:off x="954355" y="1566210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5E6E9F-AB1E-D5EB-FD2F-3CB35B3FD165}"/>
                </a:ext>
              </a:extLst>
            </p:cNvPr>
            <p:cNvSpPr/>
            <p:nvPr/>
          </p:nvSpPr>
          <p:spPr>
            <a:xfrm>
              <a:off x="1039157" y="2926333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A0F64CE-B744-D0C6-D5E6-B4F245B513C8}"/>
                </a:ext>
              </a:extLst>
            </p:cNvPr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1398D64-0C68-8678-8D25-B5A1EBF0B6F4}"/>
                  </a:ext>
                </a:extLst>
              </p:cNvPr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avLst/>
                <a:gdLst>
                  <a:gd name="connsiteX0" fmla="*/ 119084 w 238167"/>
                  <a:gd name="connsiteY0" fmla="*/ 0 h 238167"/>
                  <a:gd name="connsiteX1" fmla="*/ 0 w 238167"/>
                  <a:gd name="connsiteY1" fmla="*/ 119083 h 238167"/>
                  <a:gd name="connsiteX2" fmla="*/ 119084 w 238167"/>
                  <a:gd name="connsiteY2" fmla="*/ 238167 h 238167"/>
                  <a:gd name="connsiteX3" fmla="*/ 238167 w 238167"/>
                  <a:gd name="connsiteY3" fmla="*/ 119083 h 238167"/>
                  <a:gd name="connsiteX4" fmla="*/ 119084 w 238167"/>
                  <a:gd name="connsiteY4" fmla="*/ 0 h 238167"/>
                  <a:gd name="connsiteX5" fmla="*/ 119084 w 238167"/>
                  <a:gd name="connsiteY5" fmla="*/ 220403 h 238167"/>
                  <a:gd name="connsiteX6" fmla="*/ 17106 w 238167"/>
                  <a:gd name="connsiteY6" fmla="*/ 118426 h 238167"/>
                  <a:gd name="connsiteX7" fmla="*/ 119084 w 238167"/>
                  <a:gd name="connsiteY7" fmla="*/ 16448 h 238167"/>
                  <a:gd name="connsiteX8" fmla="*/ 221061 w 238167"/>
                  <a:gd name="connsiteY8" fmla="*/ 118426 h 238167"/>
                  <a:gd name="connsiteX9" fmla="*/ 119084 w 238167"/>
                  <a:gd name="connsiteY9" fmla="*/ 220403 h 23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8167" h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BCD2AD5-4D7B-1228-343D-0341CD851AA6}"/>
                  </a:ext>
                </a:extLst>
              </p:cNvPr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avLst/>
                <a:gdLst>
                  <a:gd name="connsiteX0" fmla="*/ 35528 w 119083"/>
                  <a:gd name="connsiteY0" fmla="*/ 35527 h 119083"/>
                  <a:gd name="connsiteX1" fmla="*/ 0 w 119083"/>
                  <a:gd name="connsiteY1" fmla="*/ 119083 h 119083"/>
                  <a:gd name="connsiteX2" fmla="*/ 83556 w 119083"/>
                  <a:gd name="connsiteY2" fmla="*/ 83556 h 119083"/>
                  <a:gd name="connsiteX3" fmla="*/ 119084 w 119083"/>
                  <a:gd name="connsiteY3" fmla="*/ 0 h 119083"/>
                  <a:gd name="connsiteX4" fmla="*/ 35528 w 119083"/>
                  <a:gd name="connsiteY4" fmla="*/ 35527 h 119083"/>
                  <a:gd name="connsiteX5" fmla="*/ 59213 w 119083"/>
                  <a:gd name="connsiteY5" fmla="*/ 71055 h 119083"/>
                  <a:gd name="connsiteX6" fmla="*/ 47370 w 119083"/>
                  <a:gd name="connsiteY6" fmla="*/ 59213 h 119083"/>
                  <a:gd name="connsiteX7" fmla="*/ 59213 w 119083"/>
                  <a:gd name="connsiteY7" fmla="*/ 47370 h 119083"/>
                  <a:gd name="connsiteX8" fmla="*/ 71055 w 119083"/>
                  <a:gd name="connsiteY8" fmla="*/ 59213 h 119083"/>
                  <a:gd name="connsiteX9" fmla="*/ 59213 w 119083"/>
                  <a:gd name="connsiteY9" fmla="*/ 71055 h 11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083" h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C205225-B413-64AA-BB88-CC43FE250FD5}"/>
                </a:ext>
              </a:extLst>
            </p:cNvPr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6687B32-E511-001D-D0F2-140D0FCC0EBC}"/>
                  </a:ext>
                </a:extLst>
              </p:cNvPr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avLst/>
                <a:gdLst>
                  <a:gd name="connsiteX0" fmla="*/ 2632 w 62810"/>
                  <a:gd name="connsiteY0" fmla="*/ 84872 h 122023"/>
                  <a:gd name="connsiteX1" fmla="*/ 50002 w 62810"/>
                  <a:gd name="connsiteY1" fmla="*/ 120400 h 122023"/>
                  <a:gd name="connsiteX2" fmla="*/ 61187 w 62810"/>
                  <a:gd name="connsiteY2" fmla="*/ 119084 h 122023"/>
                  <a:gd name="connsiteX3" fmla="*/ 59871 w 62810"/>
                  <a:gd name="connsiteY3" fmla="*/ 107899 h 122023"/>
                  <a:gd name="connsiteX4" fmla="*/ 15790 w 62810"/>
                  <a:gd name="connsiteY4" fmla="*/ 75003 h 122023"/>
                  <a:gd name="connsiteX5" fmla="*/ 15790 w 62810"/>
                  <a:gd name="connsiteY5" fmla="*/ 7895 h 122023"/>
                  <a:gd name="connsiteX6" fmla="*/ 7895 w 62810"/>
                  <a:gd name="connsiteY6" fmla="*/ 0 h 122023"/>
                  <a:gd name="connsiteX7" fmla="*/ 0 w 62810"/>
                  <a:gd name="connsiteY7" fmla="*/ 7895 h 122023"/>
                  <a:gd name="connsiteX8" fmla="*/ 0 w 62810"/>
                  <a:gd name="connsiteY8" fmla="*/ 78950 h 122023"/>
                  <a:gd name="connsiteX9" fmla="*/ 2632 w 62810"/>
                  <a:gd name="connsiteY9" fmla="*/ 84872 h 122023"/>
                  <a:gd name="connsiteX10" fmla="*/ 2632 w 62810"/>
                  <a:gd name="connsiteY10" fmla="*/ 84872 h 12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810" h="122023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76742C4-A33C-3BBE-E1D4-51378438C08B}"/>
                  </a:ext>
                </a:extLst>
              </p:cNvPr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avLst/>
                <a:gdLst>
                  <a:gd name="connsiteX0" fmla="*/ 134300 w 252067"/>
                  <a:gd name="connsiteY0" fmla="*/ 0 h 236211"/>
                  <a:gd name="connsiteX1" fmla="*/ 17848 w 252067"/>
                  <a:gd name="connsiteY1" fmla="*/ 98688 h 236211"/>
                  <a:gd name="connsiteX2" fmla="*/ 14558 w 252067"/>
                  <a:gd name="connsiteY2" fmla="*/ 94082 h 236211"/>
                  <a:gd name="connsiteX3" fmla="*/ 3374 w 252067"/>
                  <a:gd name="connsiteY3" fmla="*/ 92109 h 236211"/>
                  <a:gd name="connsiteX4" fmla="*/ 1400 w 252067"/>
                  <a:gd name="connsiteY4" fmla="*/ 103294 h 236211"/>
                  <a:gd name="connsiteX5" fmla="*/ 17190 w 252067"/>
                  <a:gd name="connsiteY5" fmla="*/ 126978 h 236211"/>
                  <a:gd name="connsiteX6" fmla="*/ 23111 w 252067"/>
                  <a:gd name="connsiteY6" fmla="*/ 130268 h 236211"/>
                  <a:gd name="connsiteX7" fmla="*/ 23769 w 252067"/>
                  <a:gd name="connsiteY7" fmla="*/ 130268 h 236211"/>
                  <a:gd name="connsiteX8" fmla="*/ 29033 w 252067"/>
                  <a:gd name="connsiteY8" fmla="*/ 127637 h 236211"/>
                  <a:gd name="connsiteX9" fmla="*/ 48770 w 252067"/>
                  <a:gd name="connsiteY9" fmla="*/ 107899 h 236211"/>
                  <a:gd name="connsiteX10" fmla="*/ 48770 w 252067"/>
                  <a:gd name="connsiteY10" fmla="*/ 96714 h 236211"/>
                  <a:gd name="connsiteX11" fmla="*/ 37586 w 252067"/>
                  <a:gd name="connsiteY11" fmla="*/ 96714 h 236211"/>
                  <a:gd name="connsiteX12" fmla="*/ 32980 w 252067"/>
                  <a:gd name="connsiteY12" fmla="*/ 101320 h 236211"/>
                  <a:gd name="connsiteX13" fmla="*/ 150748 w 252067"/>
                  <a:gd name="connsiteY13" fmla="*/ 16448 h 236211"/>
                  <a:gd name="connsiteX14" fmla="*/ 235619 w 252067"/>
                  <a:gd name="connsiteY14" fmla="*/ 134216 h 236211"/>
                  <a:gd name="connsiteX15" fmla="*/ 134300 w 252067"/>
                  <a:gd name="connsiteY15" fmla="*/ 220403 h 236211"/>
                  <a:gd name="connsiteX16" fmla="*/ 54034 w 252067"/>
                  <a:gd name="connsiteY16" fmla="*/ 180270 h 236211"/>
                  <a:gd name="connsiteX17" fmla="*/ 42849 w 252067"/>
                  <a:gd name="connsiteY17" fmla="*/ 178296 h 236211"/>
                  <a:gd name="connsiteX18" fmla="*/ 40875 w 252067"/>
                  <a:gd name="connsiteY18" fmla="*/ 189481 h 236211"/>
                  <a:gd name="connsiteX19" fmla="*/ 133642 w 252067"/>
                  <a:gd name="connsiteY19" fmla="*/ 236193 h 236211"/>
                  <a:gd name="connsiteX20" fmla="*/ 252067 w 252067"/>
                  <a:gd name="connsiteY20" fmla="*/ 117768 h 236211"/>
                  <a:gd name="connsiteX21" fmla="*/ 134300 w 252067"/>
                  <a:gd name="connsiteY21" fmla="*/ 0 h 236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2067" h="236211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1" name="Graphic 9">
              <a:extLst>
                <a:ext uri="{FF2B5EF4-FFF2-40B4-BE49-F238E27FC236}">
                  <a16:creationId xmlns:a16="http://schemas.microsoft.com/office/drawing/2014/main" id="{C5923AF4-7D48-B5C3-2B13-9BC0188681C8}"/>
                </a:ext>
              </a:extLst>
            </p:cNvPr>
            <p:cNvSpPr/>
            <p:nvPr/>
          </p:nvSpPr>
          <p:spPr>
            <a:xfrm>
              <a:off x="1043588" y="3562795"/>
              <a:ext cx="229304" cy="237509"/>
            </a:xfrm>
            <a:custGeom>
              <a:avLst/>
              <a:gdLst>
                <a:gd name="connsiteX0" fmla="*/ 257947 w 261929"/>
                <a:gd name="connsiteY0" fmla="*/ 247112 h 271301"/>
                <a:gd name="connsiteX1" fmla="*/ 193377 w 261929"/>
                <a:gd name="connsiteY1" fmla="*/ 179956 h 271301"/>
                <a:gd name="connsiteX2" fmla="*/ 219075 w 261929"/>
                <a:gd name="connsiteY2" fmla="*/ 109538 h 271301"/>
                <a:gd name="connsiteX3" fmla="*/ 109538 w 261929"/>
                <a:gd name="connsiteY3" fmla="*/ 0 h 271301"/>
                <a:gd name="connsiteX4" fmla="*/ 0 w 261929"/>
                <a:gd name="connsiteY4" fmla="*/ 109538 h 271301"/>
                <a:gd name="connsiteX5" fmla="*/ 109538 w 261929"/>
                <a:gd name="connsiteY5" fmla="*/ 219075 h 271301"/>
                <a:gd name="connsiteX6" fmla="*/ 172293 w 261929"/>
                <a:gd name="connsiteY6" fmla="*/ 199254 h 271301"/>
                <a:gd name="connsiteX7" fmla="*/ 237354 w 261929"/>
                <a:gd name="connsiteY7" fmla="*/ 266920 h 271301"/>
                <a:gd name="connsiteX8" fmla="*/ 247650 w 261929"/>
                <a:gd name="connsiteY8" fmla="*/ 271301 h 271301"/>
                <a:gd name="connsiteX9" fmla="*/ 257552 w 261929"/>
                <a:gd name="connsiteY9" fmla="*/ 267315 h 271301"/>
                <a:gd name="connsiteX10" fmla="*/ 257947 w 261929"/>
                <a:gd name="connsiteY10" fmla="*/ 247112 h 271301"/>
                <a:gd name="connsiteX11" fmla="*/ 109538 w 261929"/>
                <a:gd name="connsiteY11" fmla="*/ 28575 h 271301"/>
                <a:gd name="connsiteX12" fmla="*/ 190500 w 261929"/>
                <a:gd name="connsiteY12" fmla="*/ 109538 h 271301"/>
                <a:gd name="connsiteX13" fmla="*/ 109538 w 261929"/>
                <a:gd name="connsiteY13" fmla="*/ 190500 h 271301"/>
                <a:gd name="connsiteX14" fmla="*/ 28575 w 261929"/>
                <a:gd name="connsiteY14" fmla="*/ 109538 h 271301"/>
                <a:gd name="connsiteX15" fmla="*/ 109538 w 261929"/>
                <a:gd name="connsiteY15" fmla="*/ 28575 h 2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1929" h="271301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 w="4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F66D265-0B2B-F565-575E-FBB9E1C391EE}"/>
                </a:ext>
              </a:extLst>
            </p:cNvPr>
            <p:cNvGrpSpPr/>
            <p:nvPr/>
          </p:nvGrpSpPr>
          <p:grpSpPr>
            <a:xfrm>
              <a:off x="1083651" y="5471540"/>
              <a:ext cx="149178" cy="229632"/>
              <a:chOff x="4368201" y="2813647"/>
              <a:chExt cx="861402" cy="1325972"/>
            </a:xfrm>
            <a:solidFill>
              <a:schemeClr val="accent2"/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1436381-1313-4D62-AB9F-37F683279924}"/>
                  </a:ext>
                </a:extLst>
              </p:cNvPr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avLst/>
                <a:gdLst>
                  <a:gd name="connsiteX0" fmla="*/ 861402 w 861402"/>
                  <a:gd name="connsiteY0" fmla="*/ 39536 h 653103"/>
                  <a:gd name="connsiteX1" fmla="*/ 821779 w 861402"/>
                  <a:gd name="connsiteY1" fmla="*/ 0 h 653103"/>
                  <a:gd name="connsiteX2" fmla="*/ 782158 w 861402"/>
                  <a:gd name="connsiteY2" fmla="*/ 39536 h 653103"/>
                  <a:gd name="connsiteX3" fmla="*/ 430695 w 861402"/>
                  <a:gd name="connsiteY3" fmla="*/ 390310 h 653103"/>
                  <a:gd name="connsiteX4" fmla="*/ 79245 w 861402"/>
                  <a:gd name="connsiteY4" fmla="*/ 39536 h 653103"/>
                  <a:gd name="connsiteX5" fmla="*/ 39622 w 861402"/>
                  <a:gd name="connsiteY5" fmla="*/ 0 h 653103"/>
                  <a:gd name="connsiteX6" fmla="*/ 0 w 861402"/>
                  <a:gd name="connsiteY6" fmla="*/ 39536 h 653103"/>
                  <a:gd name="connsiteX7" fmla="*/ 391074 w 861402"/>
                  <a:gd name="connsiteY7" fmla="*/ 467558 h 653103"/>
                  <a:gd name="connsiteX8" fmla="*/ 391074 w 861402"/>
                  <a:gd name="connsiteY8" fmla="*/ 574014 h 653103"/>
                  <a:gd name="connsiteX9" fmla="*/ 244038 w 861402"/>
                  <a:gd name="connsiteY9" fmla="*/ 574014 h 653103"/>
                  <a:gd name="connsiteX10" fmla="*/ 204416 w 861402"/>
                  <a:gd name="connsiteY10" fmla="*/ 613558 h 653103"/>
                  <a:gd name="connsiteX11" fmla="*/ 244038 w 861402"/>
                  <a:gd name="connsiteY11" fmla="*/ 653104 h 653103"/>
                  <a:gd name="connsiteX12" fmla="*/ 617364 w 861402"/>
                  <a:gd name="connsiteY12" fmla="*/ 653104 h 653103"/>
                  <a:gd name="connsiteX13" fmla="*/ 656977 w 861402"/>
                  <a:gd name="connsiteY13" fmla="*/ 613558 h 653103"/>
                  <a:gd name="connsiteX14" fmla="*/ 617364 w 861402"/>
                  <a:gd name="connsiteY14" fmla="*/ 574014 h 653103"/>
                  <a:gd name="connsiteX15" fmla="*/ 470318 w 861402"/>
                  <a:gd name="connsiteY15" fmla="*/ 574014 h 653103"/>
                  <a:gd name="connsiteX16" fmla="*/ 470318 w 861402"/>
                  <a:gd name="connsiteY16" fmla="*/ 467558 h 653103"/>
                  <a:gd name="connsiteX17" fmla="*/ 861402 w 861402"/>
                  <a:gd name="connsiteY17" fmla="*/ 39536 h 65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61402" h="653103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29E3FCD-8809-52E6-0387-81DC2B882177}"/>
                  </a:ext>
                </a:extLst>
              </p:cNvPr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avLst/>
                <a:gdLst>
                  <a:gd name="connsiteX0" fmla="*/ 253687 w 507386"/>
                  <a:gd name="connsiteY0" fmla="*/ 965609 h 965608"/>
                  <a:gd name="connsiteX1" fmla="*/ 507386 w 507386"/>
                  <a:gd name="connsiteY1" fmla="*/ 712405 h 965608"/>
                  <a:gd name="connsiteX2" fmla="*/ 507386 w 507386"/>
                  <a:gd name="connsiteY2" fmla="*/ 253192 h 965608"/>
                  <a:gd name="connsiteX3" fmla="*/ 253687 w 507386"/>
                  <a:gd name="connsiteY3" fmla="*/ 0 h 965608"/>
                  <a:gd name="connsiteX4" fmla="*/ 0 w 507386"/>
                  <a:gd name="connsiteY4" fmla="*/ 253192 h 965608"/>
                  <a:gd name="connsiteX5" fmla="*/ 0 w 507386"/>
                  <a:gd name="connsiteY5" fmla="*/ 712405 h 965608"/>
                  <a:gd name="connsiteX6" fmla="*/ 253687 w 507386"/>
                  <a:gd name="connsiteY6" fmla="*/ 965609 h 965608"/>
                  <a:gd name="connsiteX7" fmla="*/ 79235 w 507386"/>
                  <a:gd name="connsiteY7" fmla="*/ 253192 h 965608"/>
                  <a:gd name="connsiteX8" fmla="*/ 253687 w 507386"/>
                  <a:gd name="connsiteY8" fmla="*/ 79090 h 965608"/>
                  <a:gd name="connsiteX9" fmla="*/ 428142 w 507386"/>
                  <a:gd name="connsiteY9" fmla="*/ 253192 h 965608"/>
                  <a:gd name="connsiteX10" fmla="*/ 428142 w 507386"/>
                  <a:gd name="connsiteY10" fmla="*/ 712405 h 965608"/>
                  <a:gd name="connsiteX11" fmla="*/ 253687 w 507386"/>
                  <a:gd name="connsiteY11" fmla="*/ 886517 h 965608"/>
                  <a:gd name="connsiteX12" fmla="*/ 79235 w 507386"/>
                  <a:gd name="connsiteY12" fmla="*/ 712405 h 96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7386" h="965608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B81585-1456-D506-E5A6-237F63927B12}"/>
              </a:ext>
            </a:extLst>
          </p:cNvPr>
          <p:cNvSpPr txBox="1"/>
          <p:nvPr/>
        </p:nvSpPr>
        <p:spPr>
          <a:xfrm>
            <a:off x="2008976" y="869315"/>
            <a:ext cx="3377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Key Questions?</a:t>
            </a:r>
            <a:endParaRPr lang="en-IN" sz="3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0BC11B-7BEE-37D8-6D2A-750068306B29}"/>
              </a:ext>
            </a:extLst>
          </p:cNvPr>
          <p:cNvSpPr txBox="1"/>
          <p:nvPr/>
        </p:nvSpPr>
        <p:spPr>
          <a:xfrm>
            <a:off x="2005795" y="1741518"/>
            <a:ext cx="5053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Which songs are the most streamed globally?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ABE16A-AD3B-65FE-3F30-9C79DEF0893C}"/>
              </a:ext>
            </a:extLst>
          </p:cNvPr>
          <p:cNvSpPr/>
          <p:nvPr/>
        </p:nvSpPr>
        <p:spPr>
          <a:xfrm>
            <a:off x="7610838" y="131352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256CD6-7AD0-B5F0-5D45-ACF06A3371EF}"/>
              </a:ext>
            </a:extLst>
          </p:cNvPr>
          <p:cNvCxnSpPr>
            <a:cxnSpLocks/>
          </p:cNvCxnSpPr>
          <p:nvPr/>
        </p:nvCxnSpPr>
        <p:spPr>
          <a:xfrm>
            <a:off x="7918001" y="242055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028AE0A-A8F5-0268-00A5-CED81C646931}"/>
              </a:ext>
            </a:extLst>
          </p:cNvPr>
          <p:cNvSpPr/>
          <p:nvPr/>
        </p:nvSpPr>
        <p:spPr>
          <a:xfrm>
            <a:off x="7610838" y="286499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0F0882-A82C-9B0E-ACC5-F60C42B670F6}"/>
              </a:ext>
            </a:extLst>
          </p:cNvPr>
          <p:cNvCxnSpPr>
            <a:cxnSpLocks/>
          </p:cNvCxnSpPr>
          <p:nvPr/>
        </p:nvCxnSpPr>
        <p:spPr>
          <a:xfrm>
            <a:off x="7918001" y="397202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2999A2E-8DDD-6F6C-F580-ED58C738E7D0}"/>
              </a:ext>
            </a:extLst>
          </p:cNvPr>
          <p:cNvSpPr/>
          <p:nvPr/>
        </p:nvSpPr>
        <p:spPr>
          <a:xfrm>
            <a:off x="7610838" y="4416467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32D547-69FC-F5F1-9077-291295222B98}"/>
              </a:ext>
            </a:extLst>
          </p:cNvPr>
          <p:cNvCxnSpPr>
            <a:cxnSpLocks/>
          </p:cNvCxnSpPr>
          <p:nvPr/>
        </p:nvCxnSpPr>
        <p:spPr>
          <a:xfrm>
            <a:off x="7918001" y="5523490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18579C-3D32-7B9D-419E-186AA9158946}"/>
              </a:ext>
            </a:extLst>
          </p:cNvPr>
          <p:cNvSpPr txBox="1"/>
          <p:nvPr/>
        </p:nvSpPr>
        <p:spPr>
          <a:xfrm>
            <a:off x="7895877" y="1849821"/>
            <a:ext cx="2772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Top 10 Most Streamed Songs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Top Artists by Streamed Songs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9EF16D-5BF3-2EBE-240E-44BB9E71C10A}"/>
              </a:ext>
            </a:extLst>
          </p:cNvPr>
          <p:cNvSpPr txBox="1"/>
          <p:nvPr/>
        </p:nvSpPr>
        <p:spPr>
          <a:xfrm>
            <a:off x="7895877" y="1543907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Overall KPIs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32F69AB-EEE5-1A9B-52A6-68F7377B58A3}"/>
              </a:ext>
            </a:extLst>
          </p:cNvPr>
          <p:cNvGrpSpPr/>
          <p:nvPr/>
        </p:nvGrpSpPr>
        <p:grpSpPr>
          <a:xfrm>
            <a:off x="10775589" y="1618635"/>
            <a:ext cx="276219" cy="517792"/>
            <a:chOff x="10477869" y="4849264"/>
            <a:chExt cx="175705" cy="32937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5CCADA1-8226-859E-4704-38979DB353A0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AF337C3-EDA2-42C3-F689-4222141E8F0E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FA709A2-B3B6-655B-D664-A4CF403D8BC1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9637D4F-C5EE-19ED-410B-EC852ADEE68E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50D7092-9845-A2BC-01C9-78EA190EDD24}"/>
              </a:ext>
            </a:extLst>
          </p:cNvPr>
          <p:cNvSpPr txBox="1"/>
          <p:nvPr/>
        </p:nvSpPr>
        <p:spPr>
          <a:xfrm>
            <a:off x="7895596" y="3374217"/>
            <a:ext cx="2181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Top Audio Features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Major vs Minor modes</a:t>
            </a:r>
          </a:p>
          <a:p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27C9CB-99B7-4536-348E-B70340CEAB21}"/>
              </a:ext>
            </a:extLst>
          </p:cNvPr>
          <p:cNvSpPr txBox="1"/>
          <p:nvPr/>
        </p:nvSpPr>
        <p:spPr>
          <a:xfrm>
            <a:off x="7895877" y="3064848"/>
            <a:ext cx="1249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Track KPIs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A920F55-C58F-D41F-01FA-A3144A27912E}"/>
              </a:ext>
            </a:extLst>
          </p:cNvPr>
          <p:cNvGrpSpPr/>
          <p:nvPr/>
        </p:nvGrpSpPr>
        <p:grpSpPr>
          <a:xfrm>
            <a:off x="10775589" y="3139576"/>
            <a:ext cx="276219" cy="517792"/>
            <a:chOff x="10477869" y="4849264"/>
            <a:chExt cx="175705" cy="32937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4A41A99-43B5-5613-4397-4BC3BB528054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0654886-2C98-CBD4-3784-F8DDC31F11D7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A0A6DFD-0A3B-F7A0-8D91-5A0E17B79641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B5386C5-3CEA-68F8-CE8F-80CAEBF2B0BB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C5872C4-46D1-D715-0687-7B271736947B}"/>
              </a:ext>
            </a:extLst>
          </p:cNvPr>
          <p:cNvSpPr txBox="1"/>
          <p:nvPr/>
        </p:nvSpPr>
        <p:spPr>
          <a:xfrm>
            <a:off x="7895596" y="4954482"/>
            <a:ext cx="2595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Key Audio Features</a:t>
            </a:r>
          </a:p>
          <a:p>
            <a:r>
              <a:rPr lang="en-US" sz="1200" dirty="0">
                <a:solidFill>
                  <a:schemeClr val="accent2"/>
                </a:solidFill>
              </a:rPr>
              <a:t>Solo vs Collab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7B4A85-DCE2-E72F-0BD9-FC1871F10647}"/>
              </a:ext>
            </a:extLst>
          </p:cNvPr>
          <p:cNvSpPr txBox="1"/>
          <p:nvPr/>
        </p:nvSpPr>
        <p:spPr>
          <a:xfrm>
            <a:off x="7895877" y="4646846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Artist KPIs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F13D6C8-FE66-EC35-1A67-324D4977850D}"/>
              </a:ext>
            </a:extLst>
          </p:cNvPr>
          <p:cNvGrpSpPr/>
          <p:nvPr/>
        </p:nvGrpSpPr>
        <p:grpSpPr>
          <a:xfrm>
            <a:off x="10775589" y="4721574"/>
            <a:ext cx="276219" cy="517792"/>
            <a:chOff x="10477869" y="4849264"/>
            <a:chExt cx="175705" cy="329371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2DDEDC0-DEBD-3B7B-92E2-4B66797D557E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969E3C5-30CD-8C05-8FD2-1E09D15B3024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98246EA-92F5-220D-801F-0BB3AF053815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8D093AD-047D-D859-48C1-2132B8D5C379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6C5016B-C825-591B-5509-7BC3BBB5CD57}"/>
              </a:ext>
            </a:extLst>
          </p:cNvPr>
          <p:cNvSpPr txBox="1"/>
          <p:nvPr/>
        </p:nvSpPr>
        <p:spPr>
          <a:xfrm>
            <a:off x="2010098" y="2558790"/>
            <a:ext cx="44390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Who are the top artists by total streams?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6747BD-B0C8-9667-0E52-F6326A214959}"/>
              </a:ext>
            </a:extLst>
          </p:cNvPr>
          <p:cNvSpPr txBox="1"/>
          <p:nvPr/>
        </p:nvSpPr>
        <p:spPr>
          <a:xfrm>
            <a:off x="2031723" y="3316176"/>
            <a:ext cx="5101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Do solo or collaboration tracks perform better?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B1EE78-5CDE-4F67-1AAB-F4CF782AD95B}"/>
              </a:ext>
            </a:extLst>
          </p:cNvPr>
          <p:cNvSpPr txBox="1"/>
          <p:nvPr/>
        </p:nvSpPr>
        <p:spPr>
          <a:xfrm>
            <a:off x="2025812" y="4147949"/>
            <a:ext cx="5418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How do audio features like energy, danceability influence streams?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BB5E75-1730-9ADD-3F46-B991A4613161}"/>
              </a:ext>
            </a:extLst>
          </p:cNvPr>
          <p:cNvSpPr txBox="1"/>
          <p:nvPr/>
        </p:nvSpPr>
        <p:spPr>
          <a:xfrm>
            <a:off x="2004672" y="4979722"/>
            <a:ext cx="5321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How does release year affect streaming volume?</a:t>
            </a:r>
            <a:endParaRPr lang="en-IN" sz="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00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043E-7184-2EDC-1343-1290577D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B82AB-7EB0-45E9-67E5-3AE9EDC3037E}"/>
              </a:ext>
            </a:extLst>
          </p:cNvPr>
          <p:cNvSpPr txBox="1"/>
          <p:nvPr/>
        </p:nvSpPr>
        <p:spPr>
          <a:xfrm>
            <a:off x="4691398" y="979816"/>
            <a:ext cx="2832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/>
                </a:solidFill>
                <a:latin typeface="+mj-lt"/>
              </a:rPr>
              <a:t>Highlights</a:t>
            </a:r>
            <a:endParaRPr lang="en-IN" sz="4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7E087FC-7964-09D9-EEA6-ACB416526542}"/>
              </a:ext>
            </a:extLst>
          </p:cNvPr>
          <p:cNvSpPr/>
          <p:nvPr/>
        </p:nvSpPr>
        <p:spPr>
          <a:xfrm>
            <a:off x="1731510" y="2039400"/>
            <a:ext cx="2532114" cy="1389600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76A33C6-889D-27E0-BA4B-D1ADF6C11D34}"/>
              </a:ext>
            </a:extLst>
          </p:cNvPr>
          <p:cNvGrpSpPr/>
          <p:nvPr/>
        </p:nvGrpSpPr>
        <p:grpSpPr>
          <a:xfrm>
            <a:off x="3920785" y="2967390"/>
            <a:ext cx="175705" cy="329371"/>
            <a:chOff x="3560567" y="2475118"/>
            <a:chExt cx="175705" cy="32937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F5EB44-3F52-AAD3-2654-C432968415CC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5247220-9D29-6D9D-AC4F-2C66C58029E3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081305-E940-79E9-0F37-1A399D9C9243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6D1DF00-6319-5860-0CB5-D6EC6F26B6ED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3695BE9-2682-6EF7-1EAA-7D316CC88C9E}"/>
              </a:ext>
            </a:extLst>
          </p:cNvPr>
          <p:cNvSpPr/>
          <p:nvPr/>
        </p:nvSpPr>
        <p:spPr>
          <a:xfrm>
            <a:off x="1904766" y="3420428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FBC4E1-736D-EA5A-C518-EEFDCF399CE7}"/>
              </a:ext>
            </a:extLst>
          </p:cNvPr>
          <p:cNvSpPr txBox="1"/>
          <p:nvPr/>
        </p:nvSpPr>
        <p:spPr>
          <a:xfrm>
            <a:off x="1853751" y="2204347"/>
            <a:ext cx="2172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Blinding Lights is the most streamed song with 4 Billion Streams in 2023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0CBE15-53B7-A16F-65B6-AE921DAB0221}"/>
              </a:ext>
            </a:extLst>
          </p:cNvPr>
          <p:cNvSpPr/>
          <p:nvPr/>
        </p:nvSpPr>
        <p:spPr>
          <a:xfrm>
            <a:off x="1731510" y="3593947"/>
            <a:ext cx="2532114" cy="1389600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C1DD34-225B-3524-AABB-3D6F799D7CD7}"/>
              </a:ext>
            </a:extLst>
          </p:cNvPr>
          <p:cNvGrpSpPr/>
          <p:nvPr/>
        </p:nvGrpSpPr>
        <p:grpSpPr>
          <a:xfrm>
            <a:off x="3920785" y="4521937"/>
            <a:ext cx="175705" cy="329371"/>
            <a:chOff x="3560567" y="2475118"/>
            <a:chExt cx="175705" cy="32937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E9CC74-3D42-59DE-699D-68AC56E51197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EEBE43-D69B-DE3A-1F5A-7077C2B90795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3831B7A-1FDE-5207-8390-915624557131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DB5BA3-9A87-16D3-5E61-F16E01DF6658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B8F6B4-6BCD-2EB2-749B-E536079FE639}"/>
              </a:ext>
            </a:extLst>
          </p:cNvPr>
          <p:cNvSpPr/>
          <p:nvPr/>
        </p:nvSpPr>
        <p:spPr>
          <a:xfrm>
            <a:off x="1904766" y="4974975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AAB7F-6747-F897-6F35-A2E939FD3BB3}"/>
              </a:ext>
            </a:extLst>
          </p:cNvPr>
          <p:cNvSpPr txBox="1"/>
          <p:nvPr/>
        </p:nvSpPr>
        <p:spPr>
          <a:xfrm>
            <a:off x="1853751" y="3758894"/>
            <a:ext cx="2172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Solo tracks outperform Collaborations for Top songs 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2488166-AA89-3432-C4D5-6BA577CC05CE}"/>
              </a:ext>
            </a:extLst>
          </p:cNvPr>
          <p:cNvSpPr/>
          <p:nvPr/>
        </p:nvSpPr>
        <p:spPr>
          <a:xfrm>
            <a:off x="4841756" y="2039400"/>
            <a:ext cx="2532114" cy="1389600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B753AC-CA85-0CD8-4CF9-79F9E99F9152}"/>
              </a:ext>
            </a:extLst>
          </p:cNvPr>
          <p:cNvGrpSpPr/>
          <p:nvPr/>
        </p:nvGrpSpPr>
        <p:grpSpPr>
          <a:xfrm>
            <a:off x="7031031" y="2967390"/>
            <a:ext cx="175705" cy="329371"/>
            <a:chOff x="3560567" y="2475118"/>
            <a:chExt cx="175705" cy="32937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A9FC12-8505-EDB9-CF52-41E117BAA34C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AFFBE4B-382B-976D-AA0F-AA42C87C6974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C29DD19-C7A1-C577-3885-1FEB88E16369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AED91F2-58F1-9FC6-77BC-0D494946CABE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A7AB23C-DDF9-8FED-319F-FA143087D5F4}"/>
              </a:ext>
            </a:extLst>
          </p:cNvPr>
          <p:cNvSpPr/>
          <p:nvPr/>
        </p:nvSpPr>
        <p:spPr>
          <a:xfrm>
            <a:off x="5015012" y="3420428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F56287-EFAD-43B9-549D-9BD2EDBE89C3}"/>
              </a:ext>
            </a:extLst>
          </p:cNvPr>
          <p:cNvSpPr txBox="1"/>
          <p:nvPr/>
        </p:nvSpPr>
        <p:spPr>
          <a:xfrm>
            <a:off x="4963997" y="2204347"/>
            <a:ext cx="2172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Taylor Swift, 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Ed Sheeran and The Weekend are the top artists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3646DC4-156F-5C72-4C76-F9C4785A8F28}"/>
              </a:ext>
            </a:extLst>
          </p:cNvPr>
          <p:cNvSpPr/>
          <p:nvPr/>
        </p:nvSpPr>
        <p:spPr>
          <a:xfrm>
            <a:off x="4841756" y="3585375"/>
            <a:ext cx="2532114" cy="1389600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0605CCA-3AEA-81DD-AF9E-489104C54548}"/>
              </a:ext>
            </a:extLst>
          </p:cNvPr>
          <p:cNvGrpSpPr/>
          <p:nvPr/>
        </p:nvGrpSpPr>
        <p:grpSpPr>
          <a:xfrm>
            <a:off x="7031031" y="4513365"/>
            <a:ext cx="175705" cy="329371"/>
            <a:chOff x="3560567" y="2475118"/>
            <a:chExt cx="175705" cy="32937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6DFED83-D81F-FB83-6B5E-65048F9A73A9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1F249C3-F62C-2704-4688-138D1295D7A8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227547A-5594-4B09-51AB-2796064D0708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9929634-7E6E-437C-18A4-C66427028224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E3DDDF09-A9FB-CEA5-D68A-ABF12B62E7B2}"/>
              </a:ext>
            </a:extLst>
          </p:cNvPr>
          <p:cNvSpPr/>
          <p:nvPr/>
        </p:nvSpPr>
        <p:spPr>
          <a:xfrm>
            <a:off x="5015012" y="4966403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BFDD68C-4A72-F2EA-C3B4-3F87F2B229D2}"/>
              </a:ext>
            </a:extLst>
          </p:cNvPr>
          <p:cNvSpPr txBox="1"/>
          <p:nvPr/>
        </p:nvSpPr>
        <p:spPr>
          <a:xfrm>
            <a:off x="4963997" y="3750322"/>
            <a:ext cx="2172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Multiplatform visibility clearly improve the total streams</a:t>
            </a: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E222E209-683F-AFF6-DAD6-4CC51EEB3871}"/>
              </a:ext>
            </a:extLst>
          </p:cNvPr>
          <p:cNvSpPr/>
          <p:nvPr/>
        </p:nvSpPr>
        <p:spPr>
          <a:xfrm>
            <a:off x="7952002" y="2030828"/>
            <a:ext cx="2532114" cy="1389600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B1D669A-4733-B65F-FB95-3D76B6F13BEC}"/>
              </a:ext>
            </a:extLst>
          </p:cNvPr>
          <p:cNvGrpSpPr/>
          <p:nvPr/>
        </p:nvGrpSpPr>
        <p:grpSpPr>
          <a:xfrm>
            <a:off x="10141277" y="2958818"/>
            <a:ext cx="175705" cy="329371"/>
            <a:chOff x="3560567" y="2475118"/>
            <a:chExt cx="175705" cy="329371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132314C-854E-82DB-95CE-6F3278744897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5CFEC30-416A-BD7F-1769-2244A89E2EFF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D3E09CA-937E-310A-278D-E2ED29630673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25C2EE9-9438-DCE1-382A-484BB9764EA1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E70DA34-3EEC-19AA-7954-8A54B275EC4B}"/>
              </a:ext>
            </a:extLst>
          </p:cNvPr>
          <p:cNvSpPr/>
          <p:nvPr/>
        </p:nvSpPr>
        <p:spPr>
          <a:xfrm>
            <a:off x="8125258" y="3411856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4661658-1F09-380E-CAE8-BFB7E4B196B7}"/>
              </a:ext>
            </a:extLst>
          </p:cNvPr>
          <p:cNvSpPr txBox="1"/>
          <p:nvPr/>
        </p:nvSpPr>
        <p:spPr>
          <a:xfrm>
            <a:off x="8074243" y="2195775"/>
            <a:ext cx="2172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Dominant features of Top songs are Danceability, Energy &amp; Valance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B307CD68-5718-289C-1BAE-4BB7DD2EBCC7}"/>
              </a:ext>
            </a:extLst>
          </p:cNvPr>
          <p:cNvSpPr/>
          <p:nvPr/>
        </p:nvSpPr>
        <p:spPr>
          <a:xfrm>
            <a:off x="7952002" y="3591783"/>
            <a:ext cx="2532114" cy="1389600"/>
          </a:xfrm>
          <a:custGeom>
            <a:avLst/>
            <a:gdLst>
              <a:gd name="connsiteX0" fmla="*/ 3787140 w 3939540"/>
              <a:gd name="connsiteY0" fmla="*/ 923925 h 923925"/>
              <a:gd name="connsiteX1" fmla="*/ 152400 w 3939540"/>
              <a:gd name="connsiteY1" fmla="*/ 923925 h 923925"/>
              <a:gd name="connsiteX2" fmla="*/ 0 w 3939540"/>
              <a:gd name="connsiteY2" fmla="*/ 771525 h 923925"/>
              <a:gd name="connsiteX3" fmla="*/ 0 w 3939540"/>
              <a:gd name="connsiteY3" fmla="*/ 152400 h 923925"/>
              <a:gd name="connsiteX4" fmla="*/ 152400 w 3939540"/>
              <a:gd name="connsiteY4" fmla="*/ 0 h 923925"/>
              <a:gd name="connsiteX5" fmla="*/ 3787140 w 3939540"/>
              <a:gd name="connsiteY5" fmla="*/ 0 h 923925"/>
              <a:gd name="connsiteX6" fmla="*/ 3939540 w 3939540"/>
              <a:gd name="connsiteY6" fmla="*/ 152400 h 923925"/>
              <a:gd name="connsiteX7" fmla="*/ 3939540 w 3939540"/>
              <a:gd name="connsiteY7" fmla="*/ 771525 h 923925"/>
              <a:gd name="connsiteX8" fmla="*/ 3787140 w 3939540"/>
              <a:gd name="connsiteY8" fmla="*/ 923925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9540" h="923925">
                <a:moveTo>
                  <a:pt x="3787140" y="923925"/>
                </a:moveTo>
                <a:lnTo>
                  <a:pt x="152400" y="923925"/>
                </a:lnTo>
                <a:cubicBezTo>
                  <a:pt x="68580" y="923925"/>
                  <a:pt x="0" y="855345"/>
                  <a:pt x="0" y="771525"/>
                </a:cubicBezTo>
                <a:lnTo>
                  <a:pt x="0" y="152400"/>
                </a:lnTo>
                <a:cubicBezTo>
                  <a:pt x="0" y="68580"/>
                  <a:pt x="68580" y="0"/>
                  <a:pt x="152400" y="0"/>
                </a:cubicBezTo>
                <a:lnTo>
                  <a:pt x="3787140" y="0"/>
                </a:lnTo>
                <a:cubicBezTo>
                  <a:pt x="3870960" y="0"/>
                  <a:pt x="3939540" y="68580"/>
                  <a:pt x="3939540" y="152400"/>
                </a:cubicBezTo>
                <a:lnTo>
                  <a:pt x="3939540" y="771525"/>
                </a:lnTo>
                <a:cubicBezTo>
                  <a:pt x="3939540" y="855345"/>
                  <a:pt x="3870960" y="923925"/>
                  <a:pt x="3787140" y="923925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ACFA56A-3970-EF57-20C5-2D6608E33D7D}"/>
              </a:ext>
            </a:extLst>
          </p:cNvPr>
          <p:cNvGrpSpPr/>
          <p:nvPr/>
        </p:nvGrpSpPr>
        <p:grpSpPr>
          <a:xfrm>
            <a:off x="10141277" y="4519773"/>
            <a:ext cx="175705" cy="329371"/>
            <a:chOff x="3560567" y="2475118"/>
            <a:chExt cx="175705" cy="329371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BA046BF-74D1-787B-F61E-FA4950ADF47E}"/>
                </a:ext>
              </a:extLst>
            </p:cNvPr>
            <p:cNvSpPr/>
            <p:nvPr/>
          </p:nvSpPr>
          <p:spPr>
            <a:xfrm>
              <a:off x="3560567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32DC526-2671-3FD7-1305-A71F1B5A4610}"/>
                </a:ext>
              </a:extLst>
            </p:cNvPr>
            <p:cNvSpPr/>
            <p:nvPr/>
          </p:nvSpPr>
          <p:spPr>
            <a:xfrm>
              <a:off x="3730150" y="2545522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D44FD1B-2307-56EB-47C9-9714CF617337}"/>
                </a:ext>
              </a:extLst>
            </p:cNvPr>
            <p:cNvSpPr/>
            <p:nvPr/>
          </p:nvSpPr>
          <p:spPr>
            <a:xfrm>
              <a:off x="3673826" y="2580419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1C24BC1-C4E2-3FFA-1FEA-ABEB3B21C773}"/>
                </a:ext>
              </a:extLst>
            </p:cNvPr>
            <p:cNvSpPr/>
            <p:nvPr/>
          </p:nvSpPr>
          <p:spPr>
            <a:xfrm>
              <a:off x="3617503" y="2475118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2E9C758A-FA4E-A040-E98C-7D996752A25F}"/>
              </a:ext>
            </a:extLst>
          </p:cNvPr>
          <p:cNvSpPr/>
          <p:nvPr/>
        </p:nvSpPr>
        <p:spPr>
          <a:xfrm>
            <a:off x="8125258" y="4972811"/>
            <a:ext cx="2185601" cy="6122"/>
          </a:xfrm>
          <a:custGeom>
            <a:avLst/>
            <a:gdLst>
              <a:gd name="connsiteX0" fmla="*/ 0 w 3400425"/>
              <a:gd name="connsiteY0" fmla="*/ 0 h 9525"/>
              <a:gd name="connsiteX1" fmla="*/ 3400425 w 34004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00425" h="9525">
                <a:moveTo>
                  <a:pt x="0" y="0"/>
                </a:moveTo>
                <a:lnTo>
                  <a:pt x="3400425" y="0"/>
                </a:lnTo>
              </a:path>
            </a:pathLst>
          </a:custGeom>
          <a:ln w="3810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08369E5-D2E4-3E6F-DB8B-D3EF65B2F607}"/>
              </a:ext>
            </a:extLst>
          </p:cNvPr>
          <p:cNvSpPr txBox="1"/>
          <p:nvPr/>
        </p:nvSpPr>
        <p:spPr>
          <a:xfrm>
            <a:off x="8074243" y="3756730"/>
            <a:ext cx="2172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Majority of Songs are in Major mode both overall and in Top songs</a:t>
            </a:r>
          </a:p>
        </p:txBody>
      </p:sp>
    </p:spTree>
    <p:extLst>
      <p:ext uri="{BB962C8B-B14F-4D97-AF65-F5344CB8AC3E}">
        <p14:creationId xmlns:p14="http://schemas.microsoft.com/office/powerpoint/2010/main" val="2941695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0ACE-8BBB-4D52-528F-8FD60E4E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54E2FC3-232D-948C-E18A-37C0CC597881}"/>
              </a:ext>
            </a:extLst>
          </p:cNvPr>
          <p:cNvGrpSpPr/>
          <p:nvPr/>
        </p:nvGrpSpPr>
        <p:grpSpPr>
          <a:xfrm>
            <a:off x="777240" y="758391"/>
            <a:ext cx="762000" cy="5341218"/>
            <a:chOff x="777240" y="758391"/>
            <a:chExt cx="762000" cy="53412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31FB4EC-5151-9DE7-C8FE-6D11F9F5A504}"/>
                </a:ext>
              </a:extLst>
            </p:cNvPr>
            <p:cNvSpPr/>
            <p:nvPr/>
          </p:nvSpPr>
          <p:spPr>
            <a:xfrm>
              <a:off x="777240" y="758391"/>
              <a:ext cx="762000" cy="5341218"/>
            </a:xfrm>
            <a:prstGeom prst="roundRect">
              <a:avLst>
                <a:gd name="adj" fmla="val 2098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862848D-535B-65E1-1067-73126F62CD2D}"/>
                </a:ext>
              </a:extLst>
            </p:cNvPr>
            <p:cNvSpPr/>
            <p:nvPr/>
          </p:nvSpPr>
          <p:spPr>
            <a:xfrm>
              <a:off x="996461" y="1002487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FC86D82-0567-AB2B-7B14-3FE3FE831620}"/>
                </a:ext>
              </a:extLst>
            </p:cNvPr>
            <p:cNvSpPr/>
            <p:nvPr/>
          </p:nvSpPr>
          <p:spPr>
            <a:xfrm>
              <a:off x="954355" y="1566210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9FA6707-F2FA-5F24-AF81-409D809098F3}"/>
                </a:ext>
              </a:extLst>
            </p:cNvPr>
            <p:cNvSpPr/>
            <p:nvPr/>
          </p:nvSpPr>
          <p:spPr>
            <a:xfrm>
              <a:off x="1039157" y="2926333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35BB2E0-EA9D-1936-68AA-F3A04271FADC}"/>
                </a:ext>
              </a:extLst>
            </p:cNvPr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A087B2E-1C7F-5251-402C-1C9BB8746CE9}"/>
                  </a:ext>
                </a:extLst>
              </p:cNvPr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avLst/>
                <a:gdLst>
                  <a:gd name="connsiteX0" fmla="*/ 119084 w 238167"/>
                  <a:gd name="connsiteY0" fmla="*/ 0 h 238167"/>
                  <a:gd name="connsiteX1" fmla="*/ 0 w 238167"/>
                  <a:gd name="connsiteY1" fmla="*/ 119083 h 238167"/>
                  <a:gd name="connsiteX2" fmla="*/ 119084 w 238167"/>
                  <a:gd name="connsiteY2" fmla="*/ 238167 h 238167"/>
                  <a:gd name="connsiteX3" fmla="*/ 238167 w 238167"/>
                  <a:gd name="connsiteY3" fmla="*/ 119083 h 238167"/>
                  <a:gd name="connsiteX4" fmla="*/ 119084 w 238167"/>
                  <a:gd name="connsiteY4" fmla="*/ 0 h 238167"/>
                  <a:gd name="connsiteX5" fmla="*/ 119084 w 238167"/>
                  <a:gd name="connsiteY5" fmla="*/ 220403 h 238167"/>
                  <a:gd name="connsiteX6" fmla="*/ 17106 w 238167"/>
                  <a:gd name="connsiteY6" fmla="*/ 118426 h 238167"/>
                  <a:gd name="connsiteX7" fmla="*/ 119084 w 238167"/>
                  <a:gd name="connsiteY7" fmla="*/ 16448 h 238167"/>
                  <a:gd name="connsiteX8" fmla="*/ 221061 w 238167"/>
                  <a:gd name="connsiteY8" fmla="*/ 118426 h 238167"/>
                  <a:gd name="connsiteX9" fmla="*/ 119084 w 238167"/>
                  <a:gd name="connsiteY9" fmla="*/ 220403 h 23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8167" h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76E654E-382C-F5E6-DBDC-DC6FF80DE1A3}"/>
                  </a:ext>
                </a:extLst>
              </p:cNvPr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avLst/>
                <a:gdLst>
                  <a:gd name="connsiteX0" fmla="*/ 35528 w 119083"/>
                  <a:gd name="connsiteY0" fmla="*/ 35527 h 119083"/>
                  <a:gd name="connsiteX1" fmla="*/ 0 w 119083"/>
                  <a:gd name="connsiteY1" fmla="*/ 119083 h 119083"/>
                  <a:gd name="connsiteX2" fmla="*/ 83556 w 119083"/>
                  <a:gd name="connsiteY2" fmla="*/ 83556 h 119083"/>
                  <a:gd name="connsiteX3" fmla="*/ 119084 w 119083"/>
                  <a:gd name="connsiteY3" fmla="*/ 0 h 119083"/>
                  <a:gd name="connsiteX4" fmla="*/ 35528 w 119083"/>
                  <a:gd name="connsiteY4" fmla="*/ 35527 h 119083"/>
                  <a:gd name="connsiteX5" fmla="*/ 59213 w 119083"/>
                  <a:gd name="connsiteY5" fmla="*/ 71055 h 119083"/>
                  <a:gd name="connsiteX6" fmla="*/ 47370 w 119083"/>
                  <a:gd name="connsiteY6" fmla="*/ 59213 h 119083"/>
                  <a:gd name="connsiteX7" fmla="*/ 59213 w 119083"/>
                  <a:gd name="connsiteY7" fmla="*/ 47370 h 119083"/>
                  <a:gd name="connsiteX8" fmla="*/ 71055 w 119083"/>
                  <a:gd name="connsiteY8" fmla="*/ 59213 h 119083"/>
                  <a:gd name="connsiteX9" fmla="*/ 59213 w 119083"/>
                  <a:gd name="connsiteY9" fmla="*/ 71055 h 11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083" h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A9729D0-19FC-D456-53FB-1CADC7144A39}"/>
                </a:ext>
              </a:extLst>
            </p:cNvPr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844100B-D650-74E0-0C40-CE70DE770D1D}"/>
                  </a:ext>
                </a:extLst>
              </p:cNvPr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avLst/>
                <a:gdLst>
                  <a:gd name="connsiteX0" fmla="*/ 2632 w 62810"/>
                  <a:gd name="connsiteY0" fmla="*/ 84872 h 122023"/>
                  <a:gd name="connsiteX1" fmla="*/ 50002 w 62810"/>
                  <a:gd name="connsiteY1" fmla="*/ 120400 h 122023"/>
                  <a:gd name="connsiteX2" fmla="*/ 61187 w 62810"/>
                  <a:gd name="connsiteY2" fmla="*/ 119084 h 122023"/>
                  <a:gd name="connsiteX3" fmla="*/ 59871 w 62810"/>
                  <a:gd name="connsiteY3" fmla="*/ 107899 h 122023"/>
                  <a:gd name="connsiteX4" fmla="*/ 15790 w 62810"/>
                  <a:gd name="connsiteY4" fmla="*/ 75003 h 122023"/>
                  <a:gd name="connsiteX5" fmla="*/ 15790 w 62810"/>
                  <a:gd name="connsiteY5" fmla="*/ 7895 h 122023"/>
                  <a:gd name="connsiteX6" fmla="*/ 7895 w 62810"/>
                  <a:gd name="connsiteY6" fmla="*/ 0 h 122023"/>
                  <a:gd name="connsiteX7" fmla="*/ 0 w 62810"/>
                  <a:gd name="connsiteY7" fmla="*/ 7895 h 122023"/>
                  <a:gd name="connsiteX8" fmla="*/ 0 w 62810"/>
                  <a:gd name="connsiteY8" fmla="*/ 78950 h 122023"/>
                  <a:gd name="connsiteX9" fmla="*/ 2632 w 62810"/>
                  <a:gd name="connsiteY9" fmla="*/ 84872 h 122023"/>
                  <a:gd name="connsiteX10" fmla="*/ 2632 w 62810"/>
                  <a:gd name="connsiteY10" fmla="*/ 84872 h 12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810" h="122023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0CB9551-8292-B584-799E-62091A524754}"/>
                  </a:ext>
                </a:extLst>
              </p:cNvPr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avLst/>
                <a:gdLst>
                  <a:gd name="connsiteX0" fmla="*/ 134300 w 252067"/>
                  <a:gd name="connsiteY0" fmla="*/ 0 h 236211"/>
                  <a:gd name="connsiteX1" fmla="*/ 17848 w 252067"/>
                  <a:gd name="connsiteY1" fmla="*/ 98688 h 236211"/>
                  <a:gd name="connsiteX2" fmla="*/ 14558 w 252067"/>
                  <a:gd name="connsiteY2" fmla="*/ 94082 h 236211"/>
                  <a:gd name="connsiteX3" fmla="*/ 3374 w 252067"/>
                  <a:gd name="connsiteY3" fmla="*/ 92109 h 236211"/>
                  <a:gd name="connsiteX4" fmla="*/ 1400 w 252067"/>
                  <a:gd name="connsiteY4" fmla="*/ 103294 h 236211"/>
                  <a:gd name="connsiteX5" fmla="*/ 17190 w 252067"/>
                  <a:gd name="connsiteY5" fmla="*/ 126978 h 236211"/>
                  <a:gd name="connsiteX6" fmla="*/ 23111 w 252067"/>
                  <a:gd name="connsiteY6" fmla="*/ 130268 h 236211"/>
                  <a:gd name="connsiteX7" fmla="*/ 23769 w 252067"/>
                  <a:gd name="connsiteY7" fmla="*/ 130268 h 236211"/>
                  <a:gd name="connsiteX8" fmla="*/ 29033 w 252067"/>
                  <a:gd name="connsiteY8" fmla="*/ 127637 h 236211"/>
                  <a:gd name="connsiteX9" fmla="*/ 48770 w 252067"/>
                  <a:gd name="connsiteY9" fmla="*/ 107899 h 236211"/>
                  <a:gd name="connsiteX10" fmla="*/ 48770 w 252067"/>
                  <a:gd name="connsiteY10" fmla="*/ 96714 h 236211"/>
                  <a:gd name="connsiteX11" fmla="*/ 37586 w 252067"/>
                  <a:gd name="connsiteY11" fmla="*/ 96714 h 236211"/>
                  <a:gd name="connsiteX12" fmla="*/ 32980 w 252067"/>
                  <a:gd name="connsiteY12" fmla="*/ 101320 h 236211"/>
                  <a:gd name="connsiteX13" fmla="*/ 150748 w 252067"/>
                  <a:gd name="connsiteY13" fmla="*/ 16448 h 236211"/>
                  <a:gd name="connsiteX14" fmla="*/ 235619 w 252067"/>
                  <a:gd name="connsiteY14" fmla="*/ 134216 h 236211"/>
                  <a:gd name="connsiteX15" fmla="*/ 134300 w 252067"/>
                  <a:gd name="connsiteY15" fmla="*/ 220403 h 236211"/>
                  <a:gd name="connsiteX16" fmla="*/ 54034 w 252067"/>
                  <a:gd name="connsiteY16" fmla="*/ 180270 h 236211"/>
                  <a:gd name="connsiteX17" fmla="*/ 42849 w 252067"/>
                  <a:gd name="connsiteY17" fmla="*/ 178296 h 236211"/>
                  <a:gd name="connsiteX18" fmla="*/ 40875 w 252067"/>
                  <a:gd name="connsiteY18" fmla="*/ 189481 h 236211"/>
                  <a:gd name="connsiteX19" fmla="*/ 133642 w 252067"/>
                  <a:gd name="connsiteY19" fmla="*/ 236193 h 236211"/>
                  <a:gd name="connsiteX20" fmla="*/ 252067 w 252067"/>
                  <a:gd name="connsiteY20" fmla="*/ 117768 h 236211"/>
                  <a:gd name="connsiteX21" fmla="*/ 134300 w 252067"/>
                  <a:gd name="connsiteY21" fmla="*/ 0 h 236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2067" h="236211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 w="65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1" name="Graphic 9">
              <a:extLst>
                <a:ext uri="{FF2B5EF4-FFF2-40B4-BE49-F238E27FC236}">
                  <a16:creationId xmlns:a16="http://schemas.microsoft.com/office/drawing/2014/main" id="{58FE67A8-548B-015C-46AE-8009A3BD4CBD}"/>
                </a:ext>
              </a:extLst>
            </p:cNvPr>
            <p:cNvSpPr/>
            <p:nvPr/>
          </p:nvSpPr>
          <p:spPr>
            <a:xfrm>
              <a:off x="1043588" y="3562795"/>
              <a:ext cx="229304" cy="237509"/>
            </a:xfrm>
            <a:custGeom>
              <a:avLst/>
              <a:gdLst>
                <a:gd name="connsiteX0" fmla="*/ 257947 w 261929"/>
                <a:gd name="connsiteY0" fmla="*/ 247112 h 271301"/>
                <a:gd name="connsiteX1" fmla="*/ 193377 w 261929"/>
                <a:gd name="connsiteY1" fmla="*/ 179956 h 271301"/>
                <a:gd name="connsiteX2" fmla="*/ 219075 w 261929"/>
                <a:gd name="connsiteY2" fmla="*/ 109538 h 271301"/>
                <a:gd name="connsiteX3" fmla="*/ 109538 w 261929"/>
                <a:gd name="connsiteY3" fmla="*/ 0 h 271301"/>
                <a:gd name="connsiteX4" fmla="*/ 0 w 261929"/>
                <a:gd name="connsiteY4" fmla="*/ 109538 h 271301"/>
                <a:gd name="connsiteX5" fmla="*/ 109538 w 261929"/>
                <a:gd name="connsiteY5" fmla="*/ 219075 h 271301"/>
                <a:gd name="connsiteX6" fmla="*/ 172293 w 261929"/>
                <a:gd name="connsiteY6" fmla="*/ 199254 h 271301"/>
                <a:gd name="connsiteX7" fmla="*/ 237354 w 261929"/>
                <a:gd name="connsiteY7" fmla="*/ 266920 h 271301"/>
                <a:gd name="connsiteX8" fmla="*/ 247650 w 261929"/>
                <a:gd name="connsiteY8" fmla="*/ 271301 h 271301"/>
                <a:gd name="connsiteX9" fmla="*/ 257552 w 261929"/>
                <a:gd name="connsiteY9" fmla="*/ 267315 h 271301"/>
                <a:gd name="connsiteX10" fmla="*/ 257947 w 261929"/>
                <a:gd name="connsiteY10" fmla="*/ 247112 h 271301"/>
                <a:gd name="connsiteX11" fmla="*/ 109538 w 261929"/>
                <a:gd name="connsiteY11" fmla="*/ 28575 h 271301"/>
                <a:gd name="connsiteX12" fmla="*/ 190500 w 261929"/>
                <a:gd name="connsiteY12" fmla="*/ 109538 h 271301"/>
                <a:gd name="connsiteX13" fmla="*/ 109538 w 261929"/>
                <a:gd name="connsiteY13" fmla="*/ 190500 h 271301"/>
                <a:gd name="connsiteX14" fmla="*/ 28575 w 261929"/>
                <a:gd name="connsiteY14" fmla="*/ 109538 h 271301"/>
                <a:gd name="connsiteX15" fmla="*/ 109538 w 261929"/>
                <a:gd name="connsiteY15" fmla="*/ 28575 h 27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1929" h="271301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 w="4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97FA2CA-9855-5197-C913-F4C0AA3B23C3}"/>
                </a:ext>
              </a:extLst>
            </p:cNvPr>
            <p:cNvGrpSpPr/>
            <p:nvPr/>
          </p:nvGrpSpPr>
          <p:grpSpPr>
            <a:xfrm>
              <a:off x="1083651" y="5471540"/>
              <a:ext cx="149178" cy="229632"/>
              <a:chOff x="4368201" y="2813647"/>
              <a:chExt cx="861402" cy="1325972"/>
            </a:xfrm>
            <a:solidFill>
              <a:schemeClr val="accent2"/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A504299-092A-1A76-8BF0-BCAB1E0CDA07}"/>
                  </a:ext>
                </a:extLst>
              </p:cNvPr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avLst/>
                <a:gdLst>
                  <a:gd name="connsiteX0" fmla="*/ 861402 w 861402"/>
                  <a:gd name="connsiteY0" fmla="*/ 39536 h 653103"/>
                  <a:gd name="connsiteX1" fmla="*/ 821779 w 861402"/>
                  <a:gd name="connsiteY1" fmla="*/ 0 h 653103"/>
                  <a:gd name="connsiteX2" fmla="*/ 782158 w 861402"/>
                  <a:gd name="connsiteY2" fmla="*/ 39536 h 653103"/>
                  <a:gd name="connsiteX3" fmla="*/ 430695 w 861402"/>
                  <a:gd name="connsiteY3" fmla="*/ 390310 h 653103"/>
                  <a:gd name="connsiteX4" fmla="*/ 79245 w 861402"/>
                  <a:gd name="connsiteY4" fmla="*/ 39536 h 653103"/>
                  <a:gd name="connsiteX5" fmla="*/ 39622 w 861402"/>
                  <a:gd name="connsiteY5" fmla="*/ 0 h 653103"/>
                  <a:gd name="connsiteX6" fmla="*/ 0 w 861402"/>
                  <a:gd name="connsiteY6" fmla="*/ 39536 h 653103"/>
                  <a:gd name="connsiteX7" fmla="*/ 391074 w 861402"/>
                  <a:gd name="connsiteY7" fmla="*/ 467558 h 653103"/>
                  <a:gd name="connsiteX8" fmla="*/ 391074 w 861402"/>
                  <a:gd name="connsiteY8" fmla="*/ 574014 h 653103"/>
                  <a:gd name="connsiteX9" fmla="*/ 244038 w 861402"/>
                  <a:gd name="connsiteY9" fmla="*/ 574014 h 653103"/>
                  <a:gd name="connsiteX10" fmla="*/ 204416 w 861402"/>
                  <a:gd name="connsiteY10" fmla="*/ 613558 h 653103"/>
                  <a:gd name="connsiteX11" fmla="*/ 244038 w 861402"/>
                  <a:gd name="connsiteY11" fmla="*/ 653104 h 653103"/>
                  <a:gd name="connsiteX12" fmla="*/ 617364 w 861402"/>
                  <a:gd name="connsiteY12" fmla="*/ 653104 h 653103"/>
                  <a:gd name="connsiteX13" fmla="*/ 656977 w 861402"/>
                  <a:gd name="connsiteY13" fmla="*/ 613558 h 653103"/>
                  <a:gd name="connsiteX14" fmla="*/ 617364 w 861402"/>
                  <a:gd name="connsiteY14" fmla="*/ 574014 h 653103"/>
                  <a:gd name="connsiteX15" fmla="*/ 470318 w 861402"/>
                  <a:gd name="connsiteY15" fmla="*/ 574014 h 653103"/>
                  <a:gd name="connsiteX16" fmla="*/ 470318 w 861402"/>
                  <a:gd name="connsiteY16" fmla="*/ 467558 h 653103"/>
                  <a:gd name="connsiteX17" fmla="*/ 861402 w 861402"/>
                  <a:gd name="connsiteY17" fmla="*/ 39536 h 65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61402" h="653103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27DD136-FC0E-2628-63A2-916BE6D0A7AB}"/>
                  </a:ext>
                </a:extLst>
              </p:cNvPr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avLst/>
                <a:gdLst>
                  <a:gd name="connsiteX0" fmla="*/ 253687 w 507386"/>
                  <a:gd name="connsiteY0" fmla="*/ 965609 h 965608"/>
                  <a:gd name="connsiteX1" fmla="*/ 507386 w 507386"/>
                  <a:gd name="connsiteY1" fmla="*/ 712405 h 965608"/>
                  <a:gd name="connsiteX2" fmla="*/ 507386 w 507386"/>
                  <a:gd name="connsiteY2" fmla="*/ 253192 h 965608"/>
                  <a:gd name="connsiteX3" fmla="*/ 253687 w 507386"/>
                  <a:gd name="connsiteY3" fmla="*/ 0 h 965608"/>
                  <a:gd name="connsiteX4" fmla="*/ 0 w 507386"/>
                  <a:gd name="connsiteY4" fmla="*/ 253192 h 965608"/>
                  <a:gd name="connsiteX5" fmla="*/ 0 w 507386"/>
                  <a:gd name="connsiteY5" fmla="*/ 712405 h 965608"/>
                  <a:gd name="connsiteX6" fmla="*/ 253687 w 507386"/>
                  <a:gd name="connsiteY6" fmla="*/ 965609 h 965608"/>
                  <a:gd name="connsiteX7" fmla="*/ 79235 w 507386"/>
                  <a:gd name="connsiteY7" fmla="*/ 253192 h 965608"/>
                  <a:gd name="connsiteX8" fmla="*/ 253687 w 507386"/>
                  <a:gd name="connsiteY8" fmla="*/ 79090 h 965608"/>
                  <a:gd name="connsiteX9" fmla="*/ 428142 w 507386"/>
                  <a:gd name="connsiteY9" fmla="*/ 253192 h 965608"/>
                  <a:gd name="connsiteX10" fmla="*/ 428142 w 507386"/>
                  <a:gd name="connsiteY10" fmla="*/ 712405 h 965608"/>
                  <a:gd name="connsiteX11" fmla="*/ 253687 w 507386"/>
                  <a:gd name="connsiteY11" fmla="*/ 886517 h 965608"/>
                  <a:gd name="connsiteX12" fmla="*/ 79235 w 507386"/>
                  <a:gd name="connsiteY12" fmla="*/ 712405 h 96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7386" h="965608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grpFill/>
              <a:ln w="25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307388-49C4-9832-AED3-0EBBCAEA7372}"/>
              </a:ext>
            </a:extLst>
          </p:cNvPr>
          <p:cNvSpPr txBox="1"/>
          <p:nvPr/>
        </p:nvSpPr>
        <p:spPr>
          <a:xfrm>
            <a:off x="4349425" y="1559812"/>
            <a:ext cx="36519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Key Challenges?</a:t>
            </a:r>
            <a:endParaRPr lang="en-IN" sz="3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79391B1-A3D3-B92D-21B3-1426FF8D316B}"/>
              </a:ext>
            </a:extLst>
          </p:cNvPr>
          <p:cNvSpPr/>
          <p:nvPr/>
        </p:nvSpPr>
        <p:spPr>
          <a:xfrm>
            <a:off x="1999740" y="267229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2E32B6-1B3C-3364-C8B2-A31ED984F2BA}"/>
              </a:ext>
            </a:extLst>
          </p:cNvPr>
          <p:cNvCxnSpPr>
            <a:cxnSpLocks/>
          </p:cNvCxnSpPr>
          <p:nvPr/>
        </p:nvCxnSpPr>
        <p:spPr>
          <a:xfrm>
            <a:off x="2306903" y="377932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A5776C2-8411-BB23-4429-39086A62AD3D}"/>
              </a:ext>
            </a:extLst>
          </p:cNvPr>
          <p:cNvSpPr txBox="1"/>
          <p:nvPr/>
        </p:nvSpPr>
        <p:spPr>
          <a:xfrm>
            <a:off x="2284779" y="3057022"/>
            <a:ext cx="277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This affects trend analysis, comparison charts, and can lead to inaccurate conclusions.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A7064A-CECB-0985-9B18-D41C89D70A5A}"/>
              </a:ext>
            </a:extLst>
          </p:cNvPr>
          <p:cNvSpPr txBox="1"/>
          <p:nvPr/>
        </p:nvSpPr>
        <p:spPr>
          <a:xfrm>
            <a:off x="2284779" y="2751108"/>
            <a:ext cx="248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Missing or Incomplete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C1A740-A4BA-7466-788A-E713A4D88AD4}"/>
              </a:ext>
            </a:extLst>
          </p:cNvPr>
          <p:cNvGrpSpPr/>
          <p:nvPr/>
        </p:nvGrpSpPr>
        <p:grpSpPr>
          <a:xfrm>
            <a:off x="5164491" y="2977405"/>
            <a:ext cx="276219" cy="517792"/>
            <a:chOff x="10477869" y="4849264"/>
            <a:chExt cx="175705" cy="32937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4C83657-E236-48D7-96FD-BC557F3431AD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D724A77-E09B-2F32-9834-B8F57C46DF90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E0523C3-56A4-B711-5942-20E692C25DD1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C134AC-6FC7-73ED-571F-3BCD4CBA5756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0E4120-8878-6B42-09B3-85EC7FF8069B}"/>
              </a:ext>
            </a:extLst>
          </p:cNvPr>
          <p:cNvSpPr/>
          <p:nvPr/>
        </p:nvSpPr>
        <p:spPr>
          <a:xfrm>
            <a:off x="6691813" y="267229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47AEE3-99E5-54D0-F390-997F2C925BC7}"/>
              </a:ext>
            </a:extLst>
          </p:cNvPr>
          <p:cNvCxnSpPr>
            <a:cxnSpLocks/>
          </p:cNvCxnSpPr>
          <p:nvPr/>
        </p:nvCxnSpPr>
        <p:spPr>
          <a:xfrm>
            <a:off x="6998976" y="377932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44786D-8B7C-D3F9-A818-D1B4E43E6970}"/>
              </a:ext>
            </a:extLst>
          </p:cNvPr>
          <p:cNvSpPr txBox="1"/>
          <p:nvPr/>
        </p:nvSpPr>
        <p:spPr>
          <a:xfrm>
            <a:off x="6976852" y="3057022"/>
            <a:ext cx="277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Errors, Duplicates can lead to incorrect aggregations, inflated totals, or wrong rankings.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485C63-2002-3809-0D43-EE2214ABEB6D}"/>
              </a:ext>
            </a:extLst>
          </p:cNvPr>
          <p:cNvSpPr txBox="1"/>
          <p:nvPr/>
        </p:nvSpPr>
        <p:spPr>
          <a:xfrm>
            <a:off x="6976852" y="2751108"/>
            <a:ext cx="2201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Data Quality Issues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EC73E6-5A3C-DD44-D58E-534E79BDE7A1}"/>
              </a:ext>
            </a:extLst>
          </p:cNvPr>
          <p:cNvGrpSpPr/>
          <p:nvPr/>
        </p:nvGrpSpPr>
        <p:grpSpPr>
          <a:xfrm>
            <a:off x="9856564" y="2977405"/>
            <a:ext cx="276219" cy="517792"/>
            <a:chOff x="10477869" y="4849264"/>
            <a:chExt cx="175705" cy="32937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42EF0D-2A27-D2A7-AADE-DB0241942E73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08ECAF-1CDE-9803-40C7-5FCFCC49F625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F2E77E0-5C6B-9896-FF1F-A28194A4DDA0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1C014F6-34B9-6DC2-CFB3-2934BF273FD7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BBB08F5-81D0-E005-B35C-3FD49478CA5F}"/>
              </a:ext>
            </a:extLst>
          </p:cNvPr>
          <p:cNvSpPr/>
          <p:nvPr/>
        </p:nvSpPr>
        <p:spPr>
          <a:xfrm>
            <a:off x="4267931" y="4249968"/>
            <a:ext cx="3814954" cy="1128006"/>
          </a:xfrm>
          <a:prstGeom prst="roundRect">
            <a:avLst>
              <a:gd name="adj" fmla="val 21444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7CC4B4-F5E0-965C-6056-5B056844565B}"/>
              </a:ext>
            </a:extLst>
          </p:cNvPr>
          <p:cNvCxnSpPr>
            <a:cxnSpLocks/>
          </p:cNvCxnSpPr>
          <p:nvPr/>
        </p:nvCxnSpPr>
        <p:spPr>
          <a:xfrm>
            <a:off x="4575094" y="5356991"/>
            <a:ext cx="3200625" cy="0"/>
          </a:xfrm>
          <a:prstGeom prst="line">
            <a:avLst/>
          </a:prstGeom>
          <a:ln w="381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8DB4DE2-B8FA-2A84-4DEF-C20DD3E44ACC}"/>
              </a:ext>
            </a:extLst>
          </p:cNvPr>
          <p:cNvSpPr txBox="1"/>
          <p:nvPr/>
        </p:nvSpPr>
        <p:spPr>
          <a:xfrm>
            <a:off x="4552970" y="4634692"/>
            <a:ext cx="277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Identifying what counts as Artist, Track or their attributes and measures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5D0010-9261-805E-3259-5761A5DF4A90}"/>
              </a:ext>
            </a:extLst>
          </p:cNvPr>
          <p:cNvSpPr txBox="1"/>
          <p:nvPr/>
        </p:nvSpPr>
        <p:spPr>
          <a:xfrm>
            <a:off x="4552970" y="4328778"/>
            <a:ext cx="2523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Defining Relationships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E7C2675-F08E-DF33-ABFB-7F114DAF2834}"/>
              </a:ext>
            </a:extLst>
          </p:cNvPr>
          <p:cNvGrpSpPr/>
          <p:nvPr/>
        </p:nvGrpSpPr>
        <p:grpSpPr>
          <a:xfrm>
            <a:off x="7432682" y="4555075"/>
            <a:ext cx="276219" cy="517792"/>
            <a:chOff x="10477869" y="4849264"/>
            <a:chExt cx="175705" cy="329371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7DDB0D1-EE4A-0778-57C9-5F81FC3B0EDE}"/>
                </a:ext>
              </a:extLst>
            </p:cNvPr>
            <p:cNvSpPr/>
            <p:nvPr/>
          </p:nvSpPr>
          <p:spPr>
            <a:xfrm>
              <a:off x="10477869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114B733-34BE-C251-A69C-1EA8CE971F4F}"/>
                </a:ext>
              </a:extLst>
            </p:cNvPr>
            <p:cNvSpPr/>
            <p:nvPr/>
          </p:nvSpPr>
          <p:spPr>
            <a:xfrm>
              <a:off x="10647452" y="4919668"/>
              <a:ext cx="6122" cy="188562"/>
            </a:xfrm>
            <a:custGeom>
              <a:avLst/>
              <a:gdLst>
                <a:gd name="connsiteX0" fmla="*/ 0 w 9525"/>
                <a:gd name="connsiteY0" fmla="*/ 0 h 293370"/>
                <a:gd name="connsiteX1" fmla="*/ 0 w 9525"/>
                <a:gd name="connsiteY1" fmla="*/ 293370 h 2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7AB54FE-742F-051F-63E9-4F200BF61272}"/>
                </a:ext>
              </a:extLst>
            </p:cNvPr>
            <p:cNvSpPr/>
            <p:nvPr/>
          </p:nvSpPr>
          <p:spPr>
            <a:xfrm>
              <a:off x="10591128" y="4954565"/>
              <a:ext cx="6122" cy="118769"/>
            </a:xfrm>
            <a:custGeom>
              <a:avLst/>
              <a:gdLst>
                <a:gd name="connsiteX0" fmla="*/ 0 w 9525"/>
                <a:gd name="connsiteY0" fmla="*/ 0 h 184785"/>
                <a:gd name="connsiteX1" fmla="*/ 0 w 9525"/>
                <a:gd name="connsiteY1" fmla="*/ 184785 h 18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4785">
                  <a:moveTo>
                    <a:pt x="0" y="0"/>
                  </a:moveTo>
                  <a:lnTo>
                    <a:pt x="0" y="18478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CD367D-F7EA-4ADA-0EEB-909A8DE0906A}"/>
                </a:ext>
              </a:extLst>
            </p:cNvPr>
            <p:cNvSpPr/>
            <p:nvPr/>
          </p:nvSpPr>
          <p:spPr>
            <a:xfrm>
              <a:off x="10534805" y="4849264"/>
              <a:ext cx="6122" cy="329371"/>
            </a:xfrm>
            <a:custGeom>
              <a:avLst/>
              <a:gdLst>
                <a:gd name="connsiteX0" fmla="*/ 0 w 9525"/>
                <a:gd name="connsiteY0" fmla="*/ 0 h 512445"/>
                <a:gd name="connsiteX1" fmla="*/ 0 w 9525"/>
                <a:gd name="connsiteY1" fmla="*/ 512445 h 51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2445">
                  <a:moveTo>
                    <a:pt x="0" y="0"/>
                  </a:moveTo>
                  <a:lnTo>
                    <a:pt x="0" y="512445"/>
                  </a:lnTo>
                </a:path>
              </a:pathLst>
            </a:custGeom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9616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9E73-95E9-D128-7146-0CFB0DF3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FDB2F3-24DD-3FA3-22D0-1B255C976DE1}"/>
              </a:ext>
            </a:extLst>
          </p:cNvPr>
          <p:cNvSpPr txBox="1"/>
          <p:nvPr/>
        </p:nvSpPr>
        <p:spPr>
          <a:xfrm>
            <a:off x="4438300" y="2644170"/>
            <a:ext cx="5102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9600" dirty="0"/>
              <a:t>DEMO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ACBFA1-DA3D-610C-6A29-3D164B1813FC}"/>
              </a:ext>
            </a:extLst>
          </p:cNvPr>
          <p:cNvGrpSpPr/>
          <p:nvPr/>
        </p:nvGrpSpPr>
        <p:grpSpPr>
          <a:xfrm>
            <a:off x="777240" y="1583535"/>
            <a:ext cx="762000" cy="3690931"/>
            <a:chOff x="777240" y="1582876"/>
            <a:chExt cx="762000" cy="369093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32F2C1A-1ED3-1BB5-6090-C74B7E649E8B}"/>
                </a:ext>
              </a:extLst>
            </p:cNvPr>
            <p:cNvSpPr/>
            <p:nvPr/>
          </p:nvSpPr>
          <p:spPr>
            <a:xfrm>
              <a:off x="777240" y="1582876"/>
              <a:ext cx="762000" cy="3690931"/>
            </a:xfrm>
            <a:prstGeom prst="roundRect">
              <a:avLst>
                <a:gd name="adj" fmla="val 20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F71188D-E3F7-0944-9BA3-1BFB0A35CDEB}"/>
                </a:ext>
              </a:extLst>
            </p:cNvPr>
            <p:cNvSpPr/>
            <p:nvPr/>
          </p:nvSpPr>
          <p:spPr>
            <a:xfrm>
              <a:off x="996462" y="1812491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F63EEC2-5AAE-1AD3-1CA2-5AD2654F940A}"/>
                </a:ext>
              </a:extLst>
            </p:cNvPr>
            <p:cNvSpPr/>
            <p:nvPr/>
          </p:nvSpPr>
          <p:spPr>
            <a:xfrm>
              <a:off x="1035279" y="3714537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E5A2B84-965D-6A86-3B8A-2CC5BBB51BAF}"/>
                </a:ext>
              </a:extLst>
            </p:cNvPr>
            <p:cNvSpPr/>
            <p:nvPr/>
          </p:nvSpPr>
          <p:spPr>
            <a:xfrm>
              <a:off x="1039884" y="4262585"/>
              <a:ext cx="238167" cy="238167"/>
            </a:xfrm>
            <a:custGeom>
              <a:avLst/>
              <a:gdLst>
                <a:gd name="connsiteX0" fmla="*/ 119084 w 238167"/>
                <a:gd name="connsiteY0" fmla="*/ 0 h 238167"/>
                <a:gd name="connsiteX1" fmla="*/ 0 w 238167"/>
                <a:gd name="connsiteY1" fmla="*/ 119083 h 238167"/>
                <a:gd name="connsiteX2" fmla="*/ 119084 w 238167"/>
                <a:gd name="connsiteY2" fmla="*/ 238167 h 238167"/>
                <a:gd name="connsiteX3" fmla="*/ 238167 w 238167"/>
                <a:gd name="connsiteY3" fmla="*/ 119083 h 238167"/>
                <a:gd name="connsiteX4" fmla="*/ 119084 w 238167"/>
                <a:gd name="connsiteY4" fmla="*/ 0 h 238167"/>
                <a:gd name="connsiteX5" fmla="*/ 119084 w 238167"/>
                <a:gd name="connsiteY5" fmla="*/ 220403 h 238167"/>
                <a:gd name="connsiteX6" fmla="*/ 17106 w 238167"/>
                <a:gd name="connsiteY6" fmla="*/ 118426 h 238167"/>
                <a:gd name="connsiteX7" fmla="*/ 119084 w 238167"/>
                <a:gd name="connsiteY7" fmla="*/ 16448 h 238167"/>
                <a:gd name="connsiteX8" fmla="*/ 221061 w 238167"/>
                <a:gd name="connsiteY8" fmla="*/ 118426 h 238167"/>
                <a:gd name="connsiteX9" fmla="*/ 119084 w 238167"/>
                <a:gd name="connsiteY9" fmla="*/ 220403 h 2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167" h="238167">
                  <a:moveTo>
                    <a:pt x="119084" y="0"/>
                  </a:moveTo>
                  <a:cubicBezTo>
                    <a:pt x="53292" y="0"/>
                    <a:pt x="0" y="53291"/>
                    <a:pt x="0" y="119083"/>
                  </a:cubicBezTo>
                  <a:cubicBezTo>
                    <a:pt x="0" y="184875"/>
                    <a:pt x="53292" y="238167"/>
                    <a:pt x="119084" y="238167"/>
                  </a:cubicBezTo>
                  <a:cubicBezTo>
                    <a:pt x="184876" y="238167"/>
                    <a:pt x="238167" y="184875"/>
                    <a:pt x="238167" y="119083"/>
                  </a:cubicBezTo>
                  <a:cubicBezTo>
                    <a:pt x="237509" y="53291"/>
                    <a:pt x="184218" y="0"/>
                    <a:pt x="119084" y="0"/>
                  </a:cubicBezTo>
                  <a:close/>
                  <a:moveTo>
                    <a:pt x="119084" y="220403"/>
                  </a:moveTo>
                  <a:cubicBezTo>
                    <a:pt x="63160" y="220403"/>
                    <a:pt x="17106" y="175007"/>
                    <a:pt x="17106" y="118426"/>
                  </a:cubicBezTo>
                  <a:cubicBezTo>
                    <a:pt x="17106" y="61844"/>
                    <a:pt x="62502" y="16448"/>
                    <a:pt x="119084" y="16448"/>
                  </a:cubicBezTo>
                  <a:cubicBezTo>
                    <a:pt x="175007" y="16448"/>
                    <a:pt x="221061" y="61844"/>
                    <a:pt x="221061" y="118426"/>
                  </a:cubicBezTo>
                  <a:cubicBezTo>
                    <a:pt x="221061" y="175007"/>
                    <a:pt x="175007" y="220403"/>
                    <a:pt x="119084" y="220403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F9693F4-8E0D-EFE4-6517-5F06FDD75734}"/>
                </a:ext>
              </a:extLst>
            </p:cNvPr>
            <p:cNvSpPr/>
            <p:nvPr/>
          </p:nvSpPr>
          <p:spPr>
            <a:xfrm>
              <a:off x="1099755" y="4321797"/>
              <a:ext cx="119083" cy="119083"/>
            </a:xfrm>
            <a:custGeom>
              <a:avLst/>
              <a:gdLst>
                <a:gd name="connsiteX0" fmla="*/ 35528 w 119083"/>
                <a:gd name="connsiteY0" fmla="*/ 35527 h 119083"/>
                <a:gd name="connsiteX1" fmla="*/ 0 w 119083"/>
                <a:gd name="connsiteY1" fmla="*/ 119083 h 119083"/>
                <a:gd name="connsiteX2" fmla="*/ 83556 w 119083"/>
                <a:gd name="connsiteY2" fmla="*/ 83556 h 119083"/>
                <a:gd name="connsiteX3" fmla="*/ 119084 w 119083"/>
                <a:gd name="connsiteY3" fmla="*/ 0 h 119083"/>
                <a:gd name="connsiteX4" fmla="*/ 35528 w 119083"/>
                <a:gd name="connsiteY4" fmla="*/ 35527 h 119083"/>
                <a:gd name="connsiteX5" fmla="*/ 59213 w 119083"/>
                <a:gd name="connsiteY5" fmla="*/ 71055 h 119083"/>
                <a:gd name="connsiteX6" fmla="*/ 47370 w 119083"/>
                <a:gd name="connsiteY6" fmla="*/ 59213 h 119083"/>
                <a:gd name="connsiteX7" fmla="*/ 59213 w 119083"/>
                <a:gd name="connsiteY7" fmla="*/ 47370 h 119083"/>
                <a:gd name="connsiteX8" fmla="*/ 71055 w 119083"/>
                <a:gd name="connsiteY8" fmla="*/ 59213 h 119083"/>
                <a:gd name="connsiteX9" fmla="*/ 59213 w 119083"/>
                <a:gd name="connsiteY9" fmla="*/ 71055 h 11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83" h="119083">
                  <a:moveTo>
                    <a:pt x="35528" y="35527"/>
                  </a:moveTo>
                  <a:lnTo>
                    <a:pt x="0" y="119083"/>
                  </a:lnTo>
                  <a:lnTo>
                    <a:pt x="83556" y="83556"/>
                  </a:lnTo>
                  <a:lnTo>
                    <a:pt x="119084" y="0"/>
                  </a:lnTo>
                  <a:lnTo>
                    <a:pt x="35528" y="35527"/>
                  </a:lnTo>
                  <a:close/>
                  <a:moveTo>
                    <a:pt x="59213" y="71055"/>
                  </a:moveTo>
                  <a:cubicBezTo>
                    <a:pt x="52634" y="71055"/>
                    <a:pt x="47370" y="65792"/>
                    <a:pt x="47370" y="59213"/>
                  </a:cubicBezTo>
                  <a:cubicBezTo>
                    <a:pt x="47370" y="52634"/>
                    <a:pt x="52634" y="47370"/>
                    <a:pt x="59213" y="47370"/>
                  </a:cubicBezTo>
                  <a:cubicBezTo>
                    <a:pt x="65792" y="47370"/>
                    <a:pt x="71055" y="52634"/>
                    <a:pt x="71055" y="59213"/>
                  </a:cubicBezTo>
                  <a:cubicBezTo>
                    <a:pt x="71055" y="65792"/>
                    <a:pt x="65792" y="71055"/>
                    <a:pt x="59213" y="71055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8F46B8-8338-28E7-A949-9B6662D7819A}"/>
                </a:ext>
              </a:extLst>
            </p:cNvPr>
            <p:cNvSpPr/>
            <p:nvPr/>
          </p:nvSpPr>
          <p:spPr>
            <a:xfrm>
              <a:off x="1138572" y="4854054"/>
              <a:ext cx="62810" cy="122023"/>
            </a:xfrm>
            <a:custGeom>
              <a:avLst/>
              <a:gdLst>
                <a:gd name="connsiteX0" fmla="*/ 2632 w 62810"/>
                <a:gd name="connsiteY0" fmla="*/ 84872 h 122023"/>
                <a:gd name="connsiteX1" fmla="*/ 50002 w 62810"/>
                <a:gd name="connsiteY1" fmla="*/ 120400 h 122023"/>
                <a:gd name="connsiteX2" fmla="*/ 61187 w 62810"/>
                <a:gd name="connsiteY2" fmla="*/ 119084 h 122023"/>
                <a:gd name="connsiteX3" fmla="*/ 59871 w 62810"/>
                <a:gd name="connsiteY3" fmla="*/ 107899 h 122023"/>
                <a:gd name="connsiteX4" fmla="*/ 15790 w 62810"/>
                <a:gd name="connsiteY4" fmla="*/ 75003 h 122023"/>
                <a:gd name="connsiteX5" fmla="*/ 15790 w 62810"/>
                <a:gd name="connsiteY5" fmla="*/ 7895 h 122023"/>
                <a:gd name="connsiteX6" fmla="*/ 7895 w 62810"/>
                <a:gd name="connsiteY6" fmla="*/ 0 h 122023"/>
                <a:gd name="connsiteX7" fmla="*/ 0 w 62810"/>
                <a:gd name="connsiteY7" fmla="*/ 7895 h 122023"/>
                <a:gd name="connsiteX8" fmla="*/ 0 w 62810"/>
                <a:gd name="connsiteY8" fmla="*/ 78950 h 122023"/>
                <a:gd name="connsiteX9" fmla="*/ 2632 w 62810"/>
                <a:gd name="connsiteY9" fmla="*/ 84872 h 122023"/>
                <a:gd name="connsiteX10" fmla="*/ 2632 w 62810"/>
                <a:gd name="connsiteY10" fmla="*/ 84872 h 12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810" h="122023">
                  <a:moveTo>
                    <a:pt x="2632" y="84872"/>
                  </a:moveTo>
                  <a:lnTo>
                    <a:pt x="50002" y="120400"/>
                  </a:lnTo>
                  <a:cubicBezTo>
                    <a:pt x="53292" y="123031"/>
                    <a:pt x="58555" y="122373"/>
                    <a:pt x="61187" y="119084"/>
                  </a:cubicBezTo>
                  <a:cubicBezTo>
                    <a:pt x="63818" y="115794"/>
                    <a:pt x="63160" y="110531"/>
                    <a:pt x="59871" y="107899"/>
                  </a:cubicBezTo>
                  <a:lnTo>
                    <a:pt x="15790" y="75003"/>
                  </a:lnTo>
                  <a:lnTo>
                    <a:pt x="15790" y="7895"/>
                  </a:lnTo>
                  <a:cubicBezTo>
                    <a:pt x="15790" y="3290"/>
                    <a:pt x="12500" y="0"/>
                    <a:pt x="7895" y="0"/>
                  </a:cubicBezTo>
                  <a:cubicBezTo>
                    <a:pt x="3290" y="0"/>
                    <a:pt x="0" y="3290"/>
                    <a:pt x="0" y="7895"/>
                  </a:cubicBezTo>
                  <a:lnTo>
                    <a:pt x="0" y="78950"/>
                  </a:lnTo>
                  <a:cubicBezTo>
                    <a:pt x="0" y="81582"/>
                    <a:pt x="658" y="83556"/>
                    <a:pt x="2632" y="84872"/>
                  </a:cubicBezTo>
                  <a:lnTo>
                    <a:pt x="2632" y="848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9307218-5215-37CF-BE17-97CCEDDA1967}"/>
                </a:ext>
              </a:extLst>
            </p:cNvPr>
            <p:cNvSpPr/>
            <p:nvPr/>
          </p:nvSpPr>
          <p:spPr>
            <a:xfrm>
              <a:off x="1016115" y="4810632"/>
              <a:ext cx="252067" cy="236211"/>
            </a:xfrm>
            <a:custGeom>
              <a:avLst/>
              <a:gdLst>
                <a:gd name="connsiteX0" fmla="*/ 134300 w 252067"/>
                <a:gd name="connsiteY0" fmla="*/ 0 h 236211"/>
                <a:gd name="connsiteX1" fmla="*/ 17848 w 252067"/>
                <a:gd name="connsiteY1" fmla="*/ 98688 h 236211"/>
                <a:gd name="connsiteX2" fmla="*/ 14558 w 252067"/>
                <a:gd name="connsiteY2" fmla="*/ 94082 h 236211"/>
                <a:gd name="connsiteX3" fmla="*/ 3374 w 252067"/>
                <a:gd name="connsiteY3" fmla="*/ 92109 h 236211"/>
                <a:gd name="connsiteX4" fmla="*/ 1400 w 252067"/>
                <a:gd name="connsiteY4" fmla="*/ 103294 h 236211"/>
                <a:gd name="connsiteX5" fmla="*/ 17190 w 252067"/>
                <a:gd name="connsiteY5" fmla="*/ 126978 h 236211"/>
                <a:gd name="connsiteX6" fmla="*/ 23111 w 252067"/>
                <a:gd name="connsiteY6" fmla="*/ 130268 h 236211"/>
                <a:gd name="connsiteX7" fmla="*/ 23769 w 252067"/>
                <a:gd name="connsiteY7" fmla="*/ 130268 h 236211"/>
                <a:gd name="connsiteX8" fmla="*/ 29033 w 252067"/>
                <a:gd name="connsiteY8" fmla="*/ 127637 h 236211"/>
                <a:gd name="connsiteX9" fmla="*/ 48770 w 252067"/>
                <a:gd name="connsiteY9" fmla="*/ 107899 h 236211"/>
                <a:gd name="connsiteX10" fmla="*/ 48770 w 252067"/>
                <a:gd name="connsiteY10" fmla="*/ 96714 h 236211"/>
                <a:gd name="connsiteX11" fmla="*/ 37586 w 252067"/>
                <a:gd name="connsiteY11" fmla="*/ 96714 h 236211"/>
                <a:gd name="connsiteX12" fmla="*/ 32980 w 252067"/>
                <a:gd name="connsiteY12" fmla="*/ 101320 h 236211"/>
                <a:gd name="connsiteX13" fmla="*/ 150748 w 252067"/>
                <a:gd name="connsiteY13" fmla="*/ 16448 h 236211"/>
                <a:gd name="connsiteX14" fmla="*/ 235619 w 252067"/>
                <a:gd name="connsiteY14" fmla="*/ 134216 h 236211"/>
                <a:gd name="connsiteX15" fmla="*/ 134300 w 252067"/>
                <a:gd name="connsiteY15" fmla="*/ 220403 h 236211"/>
                <a:gd name="connsiteX16" fmla="*/ 54034 w 252067"/>
                <a:gd name="connsiteY16" fmla="*/ 180270 h 236211"/>
                <a:gd name="connsiteX17" fmla="*/ 42849 w 252067"/>
                <a:gd name="connsiteY17" fmla="*/ 178296 h 236211"/>
                <a:gd name="connsiteX18" fmla="*/ 40875 w 252067"/>
                <a:gd name="connsiteY18" fmla="*/ 189481 h 236211"/>
                <a:gd name="connsiteX19" fmla="*/ 133642 w 252067"/>
                <a:gd name="connsiteY19" fmla="*/ 236193 h 236211"/>
                <a:gd name="connsiteX20" fmla="*/ 252067 w 252067"/>
                <a:gd name="connsiteY20" fmla="*/ 117768 h 236211"/>
                <a:gd name="connsiteX21" fmla="*/ 134300 w 252067"/>
                <a:gd name="connsiteY21" fmla="*/ 0 h 23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2067" h="236211">
                  <a:moveTo>
                    <a:pt x="134300" y="0"/>
                  </a:moveTo>
                  <a:cubicBezTo>
                    <a:pt x="76403" y="0"/>
                    <a:pt x="27717" y="41449"/>
                    <a:pt x="17848" y="98688"/>
                  </a:cubicBezTo>
                  <a:lnTo>
                    <a:pt x="14558" y="94082"/>
                  </a:lnTo>
                  <a:cubicBezTo>
                    <a:pt x="11927" y="90793"/>
                    <a:pt x="7321" y="89477"/>
                    <a:pt x="3374" y="92109"/>
                  </a:cubicBezTo>
                  <a:cubicBezTo>
                    <a:pt x="84" y="94741"/>
                    <a:pt x="-1232" y="99346"/>
                    <a:pt x="1400" y="103294"/>
                  </a:cubicBezTo>
                  <a:lnTo>
                    <a:pt x="17190" y="126978"/>
                  </a:lnTo>
                  <a:cubicBezTo>
                    <a:pt x="18506" y="128952"/>
                    <a:pt x="20480" y="130268"/>
                    <a:pt x="23111" y="130268"/>
                  </a:cubicBezTo>
                  <a:lnTo>
                    <a:pt x="23769" y="130268"/>
                  </a:lnTo>
                  <a:cubicBezTo>
                    <a:pt x="25743" y="130268"/>
                    <a:pt x="27717" y="129610"/>
                    <a:pt x="29033" y="127637"/>
                  </a:cubicBezTo>
                  <a:lnTo>
                    <a:pt x="48770" y="107899"/>
                  </a:lnTo>
                  <a:cubicBezTo>
                    <a:pt x="52060" y="104609"/>
                    <a:pt x="52060" y="100004"/>
                    <a:pt x="48770" y="96714"/>
                  </a:cubicBezTo>
                  <a:cubicBezTo>
                    <a:pt x="45481" y="93425"/>
                    <a:pt x="40875" y="93425"/>
                    <a:pt x="37586" y="96714"/>
                  </a:cubicBezTo>
                  <a:lnTo>
                    <a:pt x="32980" y="101320"/>
                  </a:lnTo>
                  <a:cubicBezTo>
                    <a:pt x="42191" y="45397"/>
                    <a:pt x="94825" y="7895"/>
                    <a:pt x="150748" y="16448"/>
                  </a:cubicBezTo>
                  <a:cubicBezTo>
                    <a:pt x="206671" y="25659"/>
                    <a:pt x="244172" y="78293"/>
                    <a:pt x="235619" y="134216"/>
                  </a:cubicBezTo>
                  <a:cubicBezTo>
                    <a:pt x="227724" y="183560"/>
                    <a:pt x="184960" y="220403"/>
                    <a:pt x="134300" y="220403"/>
                  </a:cubicBezTo>
                  <a:cubicBezTo>
                    <a:pt x="102720" y="221061"/>
                    <a:pt x="72455" y="205929"/>
                    <a:pt x="54034" y="180270"/>
                  </a:cubicBezTo>
                  <a:cubicBezTo>
                    <a:pt x="51402" y="176981"/>
                    <a:pt x="46796" y="175665"/>
                    <a:pt x="42849" y="178296"/>
                  </a:cubicBezTo>
                  <a:cubicBezTo>
                    <a:pt x="39559" y="180928"/>
                    <a:pt x="38243" y="185534"/>
                    <a:pt x="40875" y="189481"/>
                  </a:cubicBezTo>
                  <a:cubicBezTo>
                    <a:pt x="62587" y="219087"/>
                    <a:pt x="97456" y="236851"/>
                    <a:pt x="133642" y="236193"/>
                  </a:cubicBezTo>
                  <a:cubicBezTo>
                    <a:pt x="198776" y="236193"/>
                    <a:pt x="252067" y="183560"/>
                    <a:pt x="252067" y="117768"/>
                  </a:cubicBezTo>
                  <a:cubicBezTo>
                    <a:pt x="252067" y="51976"/>
                    <a:pt x="199434" y="0"/>
                    <a:pt x="134300" y="0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FF5667-F2CD-E8EA-360C-4B2DEDE57DD7}"/>
                </a:ext>
              </a:extLst>
            </p:cNvPr>
            <p:cNvSpPr/>
            <p:nvPr/>
          </p:nvSpPr>
          <p:spPr>
            <a:xfrm>
              <a:off x="954355" y="2365801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69552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FF5E56-71A6-DF2E-FAF9-BE5188AB5401}"/>
              </a:ext>
            </a:extLst>
          </p:cNvPr>
          <p:cNvGrpSpPr/>
          <p:nvPr/>
        </p:nvGrpSpPr>
        <p:grpSpPr>
          <a:xfrm>
            <a:off x="777240" y="1583535"/>
            <a:ext cx="762000" cy="3690931"/>
            <a:chOff x="777240" y="1582876"/>
            <a:chExt cx="762000" cy="36909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6745265-E55D-5F5F-39BE-472CEAF99329}"/>
                </a:ext>
              </a:extLst>
            </p:cNvPr>
            <p:cNvSpPr/>
            <p:nvPr/>
          </p:nvSpPr>
          <p:spPr>
            <a:xfrm>
              <a:off x="777240" y="1582876"/>
              <a:ext cx="762000" cy="3690931"/>
            </a:xfrm>
            <a:prstGeom prst="roundRect">
              <a:avLst>
                <a:gd name="adj" fmla="val 20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5DF8FA1-3E49-4079-DD8C-8CC882BD9E5D}"/>
                </a:ext>
              </a:extLst>
            </p:cNvPr>
            <p:cNvSpPr/>
            <p:nvPr/>
          </p:nvSpPr>
          <p:spPr>
            <a:xfrm>
              <a:off x="996462" y="1812491"/>
              <a:ext cx="318433" cy="318433"/>
            </a:xfrm>
            <a:custGeom>
              <a:avLst/>
              <a:gdLst>
                <a:gd name="connsiteX0" fmla="*/ 159217 w 318433"/>
                <a:gd name="connsiteY0" fmla="*/ 0 h 318433"/>
                <a:gd name="connsiteX1" fmla="*/ 0 w 318433"/>
                <a:gd name="connsiteY1" fmla="*/ 159217 h 318433"/>
                <a:gd name="connsiteX2" fmla="*/ 159217 w 318433"/>
                <a:gd name="connsiteY2" fmla="*/ 318433 h 318433"/>
                <a:gd name="connsiteX3" fmla="*/ 318433 w 318433"/>
                <a:gd name="connsiteY3" fmla="*/ 159217 h 318433"/>
                <a:gd name="connsiteX4" fmla="*/ 159217 w 318433"/>
                <a:gd name="connsiteY4" fmla="*/ 0 h 318433"/>
                <a:gd name="connsiteX5" fmla="*/ 232246 w 318433"/>
                <a:gd name="connsiteY5" fmla="*/ 230272 h 318433"/>
                <a:gd name="connsiteX6" fmla="*/ 218429 w 318433"/>
                <a:gd name="connsiteY6" fmla="*/ 233561 h 318433"/>
                <a:gd name="connsiteX7" fmla="*/ 78292 w 318433"/>
                <a:gd name="connsiteY7" fmla="*/ 218429 h 318433"/>
                <a:gd name="connsiteX8" fmla="*/ 66450 w 318433"/>
                <a:gd name="connsiteY8" fmla="*/ 211192 h 318433"/>
                <a:gd name="connsiteX9" fmla="*/ 73687 w 318433"/>
                <a:gd name="connsiteY9" fmla="*/ 199350 h 318433"/>
                <a:gd name="connsiteX10" fmla="*/ 228298 w 318433"/>
                <a:gd name="connsiteY10" fmla="*/ 217113 h 318433"/>
                <a:gd name="connsiteX11" fmla="*/ 232246 w 318433"/>
                <a:gd name="connsiteY11" fmla="*/ 230272 h 318433"/>
                <a:gd name="connsiteX12" fmla="*/ 232246 w 318433"/>
                <a:gd name="connsiteY12" fmla="*/ 230272 h 318433"/>
                <a:gd name="connsiteX13" fmla="*/ 232246 w 318433"/>
                <a:gd name="connsiteY13" fmla="*/ 230272 h 318433"/>
                <a:gd name="connsiteX14" fmla="*/ 251983 w 318433"/>
                <a:gd name="connsiteY14" fmla="*/ 186849 h 318433"/>
                <a:gd name="connsiteX15" fmla="*/ 234877 w 318433"/>
                <a:gd name="connsiteY15" fmla="*/ 190797 h 318433"/>
                <a:gd name="connsiteX16" fmla="*/ 76319 w 318433"/>
                <a:gd name="connsiteY16" fmla="*/ 172375 h 318433"/>
                <a:gd name="connsiteX17" fmla="*/ 61187 w 318433"/>
                <a:gd name="connsiteY17" fmla="*/ 164480 h 318433"/>
                <a:gd name="connsiteX18" fmla="*/ 69740 w 318433"/>
                <a:gd name="connsiteY18" fmla="*/ 149348 h 318433"/>
                <a:gd name="connsiteX19" fmla="*/ 248694 w 318433"/>
                <a:gd name="connsiteY19" fmla="*/ 170401 h 318433"/>
                <a:gd name="connsiteX20" fmla="*/ 251983 w 318433"/>
                <a:gd name="connsiteY20" fmla="*/ 186849 h 318433"/>
                <a:gd name="connsiteX21" fmla="*/ 251983 w 318433"/>
                <a:gd name="connsiteY21" fmla="*/ 186849 h 318433"/>
                <a:gd name="connsiteX22" fmla="*/ 253299 w 318433"/>
                <a:gd name="connsiteY22" fmla="*/ 141453 h 318433"/>
                <a:gd name="connsiteX23" fmla="*/ 67766 w 318433"/>
                <a:gd name="connsiteY23" fmla="*/ 123031 h 318433"/>
                <a:gd name="connsiteX24" fmla="*/ 49344 w 318433"/>
                <a:gd name="connsiteY24" fmla="*/ 113162 h 318433"/>
                <a:gd name="connsiteX25" fmla="*/ 59213 w 318433"/>
                <a:gd name="connsiteY25" fmla="*/ 94740 h 318433"/>
                <a:gd name="connsiteX26" fmla="*/ 268431 w 318433"/>
                <a:gd name="connsiteY26" fmla="*/ 115794 h 318433"/>
                <a:gd name="connsiteX27" fmla="*/ 273695 w 318433"/>
                <a:gd name="connsiteY27" fmla="*/ 136189 h 318433"/>
                <a:gd name="connsiteX28" fmla="*/ 253299 w 318433"/>
                <a:gd name="connsiteY28" fmla="*/ 141453 h 318433"/>
                <a:gd name="connsiteX29" fmla="*/ 253299 w 318433"/>
                <a:gd name="connsiteY29" fmla="*/ 141453 h 318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18433" h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09EFCA2-7B97-FBAD-3D63-E5E8F05412C1}"/>
                </a:ext>
              </a:extLst>
            </p:cNvPr>
            <p:cNvSpPr/>
            <p:nvPr/>
          </p:nvSpPr>
          <p:spPr>
            <a:xfrm>
              <a:off x="1035279" y="3714537"/>
              <a:ext cx="238167" cy="237509"/>
            </a:xfrm>
            <a:custGeom>
              <a:avLst/>
              <a:gdLst>
                <a:gd name="connsiteX0" fmla="*/ 226324 w 238167"/>
                <a:gd name="connsiteY0" fmla="*/ 237509 h 237509"/>
                <a:gd name="connsiteX1" fmla="*/ 149348 w 238167"/>
                <a:gd name="connsiteY1" fmla="*/ 237509 h 237509"/>
                <a:gd name="connsiteX2" fmla="*/ 139479 w 238167"/>
                <a:gd name="connsiteY2" fmla="*/ 227640 h 237509"/>
                <a:gd name="connsiteX3" fmla="*/ 139479 w 238167"/>
                <a:gd name="connsiteY3" fmla="*/ 179612 h 237509"/>
                <a:gd name="connsiteX4" fmla="*/ 117768 w 238167"/>
                <a:gd name="connsiteY4" fmla="*/ 157901 h 237509"/>
                <a:gd name="connsiteX5" fmla="*/ 96056 w 238167"/>
                <a:gd name="connsiteY5" fmla="*/ 179612 h 237509"/>
                <a:gd name="connsiteX6" fmla="*/ 96056 w 238167"/>
                <a:gd name="connsiteY6" fmla="*/ 227640 h 237509"/>
                <a:gd name="connsiteX7" fmla="*/ 86188 w 238167"/>
                <a:gd name="connsiteY7" fmla="*/ 237509 h 237509"/>
                <a:gd name="connsiteX8" fmla="*/ 9869 w 238167"/>
                <a:gd name="connsiteY8" fmla="*/ 237509 h 237509"/>
                <a:gd name="connsiteX9" fmla="*/ 0 w 238167"/>
                <a:gd name="connsiteY9" fmla="*/ 227640 h 237509"/>
                <a:gd name="connsiteX10" fmla="*/ 0 w 238167"/>
                <a:gd name="connsiteY10" fmla="*/ 98030 h 237509"/>
                <a:gd name="connsiteX11" fmla="*/ 11843 w 238167"/>
                <a:gd name="connsiteY11" fmla="*/ 75003 h 237509"/>
                <a:gd name="connsiteX12" fmla="*/ 113162 w 238167"/>
                <a:gd name="connsiteY12" fmla="*/ 1974 h 237509"/>
                <a:gd name="connsiteX13" fmla="*/ 125005 w 238167"/>
                <a:gd name="connsiteY13" fmla="*/ 1974 h 237509"/>
                <a:gd name="connsiteX14" fmla="*/ 226324 w 238167"/>
                <a:gd name="connsiteY14" fmla="*/ 75003 h 237509"/>
                <a:gd name="connsiteX15" fmla="*/ 238167 w 238167"/>
                <a:gd name="connsiteY15" fmla="*/ 98030 h 237509"/>
                <a:gd name="connsiteX16" fmla="*/ 238167 w 238167"/>
                <a:gd name="connsiteY16" fmla="*/ 227640 h 237509"/>
                <a:gd name="connsiteX17" fmla="*/ 226324 w 238167"/>
                <a:gd name="connsiteY17" fmla="*/ 237509 h 237509"/>
                <a:gd name="connsiteX18" fmla="*/ 226324 w 238167"/>
                <a:gd name="connsiteY18" fmla="*/ 237509 h 237509"/>
                <a:gd name="connsiteX19" fmla="*/ 159217 w 238167"/>
                <a:gd name="connsiteY19" fmla="*/ 217772 h 237509"/>
                <a:gd name="connsiteX20" fmla="*/ 217114 w 238167"/>
                <a:gd name="connsiteY20" fmla="*/ 217772 h 237509"/>
                <a:gd name="connsiteX21" fmla="*/ 217114 w 238167"/>
                <a:gd name="connsiteY21" fmla="*/ 98030 h 237509"/>
                <a:gd name="connsiteX22" fmla="*/ 213824 w 238167"/>
                <a:gd name="connsiteY22" fmla="*/ 91451 h 237509"/>
                <a:gd name="connsiteX23" fmla="*/ 118426 w 238167"/>
                <a:gd name="connsiteY23" fmla="*/ 22369 h 237509"/>
                <a:gd name="connsiteX24" fmla="*/ 23027 w 238167"/>
                <a:gd name="connsiteY24" fmla="*/ 90793 h 237509"/>
                <a:gd name="connsiteX25" fmla="*/ 19738 w 238167"/>
                <a:gd name="connsiteY25" fmla="*/ 97372 h 237509"/>
                <a:gd name="connsiteX26" fmla="*/ 19738 w 238167"/>
                <a:gd name="connsiteY26" fmla="*/ 217114 h 237509"/>
                <a:gd name="connsiteX27" fmla="*/ 77635 w 238167"/>
                <a:gd name="connsiteY27" fmla="*/ 217114 h 237509"/>
                <a:gd name="connsiteX28" fmla="*/ 77635 w 238167"/>
                <a:gd name="connsiteY28" fmla="*/ 178954 h 237509"/>
                <a:gd name="connsiteX29" fmla="*/ 119083 w 238167"/>
                <a:gd name="connsiteY29" fmla="*/ 137505 h 237509"/>
                <a:gd name="connsiteX30" fmla="*/ 160532 w 238167"/>
                <a:gd name="connsiteY30" fmla="*/ 178954 h 237509"/>
                <a:gd name="connsiteX31" fmla="*/ 160532 w 238167"/>
                <a:gd name="connsiteY31" fmla="*/ 217772 h 2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8167" h="237509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454C6F0-5FD9-152C-CD0D-2B8372FD78F4}"/>
                </a:ext>
              </a:extLst>
            </p:cNvPr>
            <p:cNvSpPr/>
            <p:nvPr/>
          </p:nvSpPr>
          <p:spPr>
            <a:xfrm>
              <a:off x="1039884" y="4262585"/>
              <a:ext cx="238167" cy="238167"/>
            </a:xfrm>
            <a:custGeom>
              <a:avLst/>
              <a:gdLst>
                <a:gd name="connsiteX0" fmla="*/ 119084 w 238167"/>
                <a:gd name="connsiteY0" fmla="*/ 0 h 238167"/>
                <a:gd name="connsiteX1" fmla="*/ 0 w 238167"/>
                <a:gd name="connsiteY1" fmla="*/ 119083 h 238167"/>
                <a:gd name="connsiteX2" fmla="*/ 119084 w 238167"/>
                <a:gd name="connsiteY2" fmla="*/ 238167 h 238167"/>
                <a:gd name="connsiteX3" fmla="*/ 238167 w 238167"/>
                <a:gd name="connsiteY3" fmla="*/ 119083 h 238167"/>
                <a:gd name="connsiteX4" fmla="*/ 119084 w 238167"/>
                <a:gd name="connsiteY4" fmla="*/ 0 h 238167"/>
                <a:gd name="connsiteX5" fmla="*/ 119084 w 238167"/>
                <a:gd name="connsiteY5" fmla="*/ 220403 h 238167"/>
                <a:gd name="connsiteX6" fmla="*/ 17106 w 238167"/>
                <a:gd name="connsiteY6" fmla="*/ 118426 h 238167"/>
                <a:gd name="connsiteX7" fmla="*/ 119084 w 238167"/>
                <a:gd name="connsiteY7" fmla="*/ 16448 h 238167"/>
                <a:gd name="connsiteX8" fmla="*/ 221061 w 238167"/>
                <a:gd name="connsiteY8" fmla="*/ 118426 h 238167"/>
                <a:gd name="connsiteX9" fmla="*/ 119084 w 238167"/>
                <a:gd name="connsiteY9" fmla="*/ 220403 h 2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167" h="238167">
                  <a:moveTo>
                    <a:pt x="119084" y="0"/>
                  </a:moveTo>
                  <a:cubicBezTo>
                    <a:pt x="53292" y="0"/>
                    <a:pt x="0" y="53291"/>
                    <a:pt x="0" y="119083"/>
                  </a:cubicBezTo>
                  <a:cubicBezTo>
                    <a:pt x="0" y="184875"/>
                    <a:pt x="53292" y="238167"/>
                    <a:pt x="119084" y="238167"/>
                  </a:cubicBezTo>
                  <a:cubicBezTo>
                    <a:pt x="184876" y="238167"/>
                    <a:pt x="238167" y="184875"/>
                    <a:pt x="238167" y="119083"/>
                  </a:cubicBezTo>
                  <a:cubicBezTo>
                    <a:pt x="237509" y="53291"/>
                    <a:pt x="184218" y="0"/>
                    <a:pt x="119084" y="0"/>
                  </a:cubicBezTo>
                  <a:close/>
                  <a:moveTo>
                    <a:pt x="119084" y="220403"/>
                  </a:moveTo>
                  <a:cubicBezTo>
                    <a:pt x="63160" y="220403"/>
                    <a:pt x="17106" y="175007"/>
                    <a:pt x="17106" y="118426"/>
                  </a:cubicBezTo>
                  <a:cubicBezTo>
                    <a:pt x="17106" y="61844"/>
                    <a:pt x="62502" y="16448"/>
                    <a:pt x="119084" y="16448"/>
                  </a:cubicBezTo>
                  <a:cubicBezTo>
                    <a:pt x="175007" y="16448"/>
                    <a:pt x="221061" y="61844"/>
                    <a:pt x="221061" y="118426"/>
                  </a:cubicBezTo>
                  <a:cubicBezTo>
                    <a:pt x="221061" y="175007"/>
                    <a:pt x="175007" y="220403"/>
                    <a:pt x="119084" y="220403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16081BC-987D-FC9B-B8B2-2798639C32F9}"/>
                </a:ext>
              </a:extLst>
            </p:cNvPr>
            <p:cNvSpPr/>
            <p:nvPr/>
          </p:nvSpPr>
          <p:spPr>
            <a:xfrm>
              <a:off x="1099755" y="4321797"/>
              <a:ext cx="119083" cy="119083"/>
            </a:xfrm>
            <a:custGeom>
              <a:avLst/>
              <a:gdLst>
                <a:gd name="connsiteX0" fmla="*/ 35528 w 119083"/>
                <a:gd name="connsiteY0" fmla="*/ 35527 h 119083"/>
                <a:gd name="connsiteX1" fmla="*/ 0 w 119083"/>
                <a:gd name="connsiteY1" fmla="*/ 119083 h 119083"/>
                <a:gd name="connsiteX2" fmla="*/ 83556 w 119083"/>
                <a:gd name="connsiteY2" fmla="*/ 83556 h 119083"/>
                <a:gd name="connsiteX3" fmla="*/ 119084 w 119083"/>
                <a:gd name="connsiteY3" fmla="*/ 0 h 119083"/>
                <a:gd name="connsiteX4" fmla="*/ 35528 w 119083"/>
                <a:gd name="connsiteY4" fmla="*/ 35527 h 119083"/>
                <a:gd name="connsiteX5" fmla="*/ 59213 w 119083"/>
                <a:gd name="connsiteY5" fmla="*/ 71055 h 119083"/>
                <a:gd name="connsiteX6" fmla="*/ 47370 w 119083"/>
                <a:gd name="connsiteY6" fmla="*/ 59213 h 119083"/>
                <a:gd name="connsiteX7" fmla="*/ 59213 w 119083"/>
                <a:gd name="connsiteY7" fmla="*/ 47370 h 119083"/>
                <a:gd name="connsiteX8" fmla="*/ 71055 w 119083"/>
                <a:gd name="connsiteY8" fmla="*/ 59213 h 119083"/>
                <a:gd name="connsiteX9" fmla="*/ 59213 w 119083"/>
                <a:gd name="connsiteY9" fmla="*/ 71055 h 11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83" h="119083">
                  <a:moveTo>
                    <a:pt x="35528" y="35527"/>
                  </a:moveTo>
                  <a:lnTo>
                    <a:pt x="0" y="119083"/>
                  </a:lnTo>
                  <a:lnTo>
                    <a:pt x="83556" y="83556"/>
                  </a:lnTo>
                  <a:lnTo>
                    <a:pt x="119084" y="0"/>
                  </a:lnTo>
                  <a:lnTo>
                    <a:pt x="35528" y="35527"/>
                  </a:lnTo>
                  <a:close/>
                  <a:moveTo>
                    <a:pt x="59213" y="71055"/>
                  </a:moveTo>
                  <a:cubicBezTo>
                    <a:pt x="52634" y="71055"/>
                    <a:pt x="47370" y="65792"/>
                    <a:pt x="47370" y="59213"/>
                  </a:cubicBezTo>
                  <a:cubicBezTo>
                    <a:pt x="47370" y="52634"/>
                    <a:pt x="52634" y="47370"/>
                    <a:pt x="59213" y="47370"/>
                  </a:cubicBezTo>
                  <a:cubicBezTo>
                    <a:pt x="65792" y="47370"/>
                    <a:pt x="71055" y="52634"/>
                    <a:pt x="71055" y="59213"/>
                  </a:cubicBezTo>
                  <a:cubicBezTo>
                    <a:pt x="71055" y="65792"/>
                    <a:pt x="65792" y="71055"/>
                    <a:pt x="59213" y="71055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1E4EA14-6A27-B159-C2DD-1F659F94AE47}"/>
                </a:ext>
              </a:extLst>
            </p:cNvPr>
            <p:cNvSpPr/>
            <p:nvPr/>
          </p:nvSpPr>
          <p:spPr>
            <a:xfrm>
              <a:off x="1138572" y="4854054"/>
              <a:ext cx="62810" cy="122023"/>
            </a:xfrm>
            <a:custGeom>
              <a:avLst/>
              <a:gdLst>
                <a:gd name="connsiteX0" fmla="*/ 2632 w 62810"/>
                <a:gd name="connsiteY0" fmla="*/ 84872 h 122023"/>
                <a:gd name="connsiteX1" fmla="*/ 50002 w 62810"/>
                <a:gd name="connsiteY1" fmla="*/ 120400 h 122023"/>
                <a:gd name="connsiteX2" fmla="*/ 61187 w 62810"/>
                <a:gd name="connsiteY2" fmla="*/ 119084 h 122023"/>
                <a:gd name="connsiteX3" fmla="*/ 59871 w 62810"/>
                <a:gd name="connsiteY3" fmla="*/ 107899 h 122023"/>
                <a:gd name="connsiteX4" fmla="*/ 15790 w 62810"/>
                <a:gd name="connsiteY4" fmla="*/ 75003 h 122023"/>
                <a:gd name="connsiteX5" fmla="*/ 15790 w 62810"/>
                <a:gd name="connsiteY5" fmla="*/ 7895 h 122023"/>
                <a:gd name="connsiteX6" fmla="*/ 7895 w 62810"/>
                <a:gd name="connsiteY6" fmla="*/ 0 h 122023"/>
                <a:gd name="connsiteX7" fmla="*/ 0 w 62810"/>
                <a:gd name="connsiteY7" fmla="*/ 7895 h 122023"/>
                <a:gd name="connsiteX8" fmla="*/ 0 w 62810"/>
                <a:gd name="connsiteY8" fmla="*/ 78950 h 122023"/>
                <a:gd name="connsiteX9" fmla="*/ 2632 w 62810"/>
                <a:gd name="connsiteY9" fmla="*/ 84872 h 122023"/>
                <a:gd name="connsiteX10" fmla="*/ 2632 w 62810"/>
                <a:gd name="connsiteY10" fmla="*/ 84872 h 12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810" h="122023">
                  <a:moveTo>
                    <a:pt x="2632" y="84872"/>
                  </a:moveTo>
                  <a:lnTo>
                    <a:pt x="50002" y="120400"/>
                  </a:lnTo>
                  <a:cubicBezTo>
                    <a:pt x="53292" y="123031"/>
                    <a:pt x="58555" y="122373"/>
                    <a:pt x="61187" y="119084"/>
                  </a:cubicBezTo>
                  <a:cubicBezTo>
                    <a:pt x="63818" y="115794"/>
                    <a:pt x="63160" y="110531"/>
                    <a:pt x="59871" y="107899"/>
                  </a:cubicBezTo>
                  <a:lnTo>
                    <a:pt x="15790" y="75003"/>
                  </a:lnTo>
                  <a:lnTo>
                    <a:pt x="15790" y="7895"/>
                  </a:lnTo>
                  <a:cubicBezTo>
                    <a:pt x="15790" y="3290"/>
                    <a:pt x="12500" y="0"/>
                    <a:pt x="7895" y="0"/>
                  </a:cubicBezTo>
                  <a:cubicBezTo>
                    <a:pt x="3290" y="0"/>
                    <a:pt x="0" y="3290"/>
                    <a:pt x="0" y="7895"/>
                  </a:cubicBezTo>
                  <a:lnTo>
                    <a:pt x="0" y="78950"/>
                  </a:lnTo>
                  <a:cubicBezTo>
                    <a:pt x="0" y="81582"/>
                    <a:pt x="658" y="83556"/>
                    <a:pt x="2632" y="84872"/>
                  </a:cubicBezTo>
                  <a:lnTo>
                    <a:pt x="2632" y="84872"/>
                  </a:ln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0DE879B-2815-592F-6234-C503523FE5E5}"/>
                </a:ext>
              </a:extLst>
            </p:cNvPr>
            <p:cNvSpPr/>
            <p:nvPr/>
          </p:nvSpPr>
          <p:spPr>
            <a:xfrm>
              <a:off x="1016115" y="4810632"/>
              <a:ext cx="252067" cy="236211"/>
            </a:xfrm>
            <a:custGeom>
              <a:avLst/>
              <a:gdLst>
                <a:gd name="connsiteX0" fmla="*/ 134300 w 252067"/>
                <a:gd name="connsiteY0" fmla="*/ 0 h 236211"/>
                <a:gd name="connsiteX1" fmla="*/ 17848 w 252067"/>
                <a:gd name="connsiteY1" fmla="*/ 98688 h 236211"/>
                <a:gd name="connsiteX2" fmla="*/ 14558 w 252067"/>
                <a:gd name="connsiteY2" fmla="*/ 94082 h 236211"/>
                <a:gd name="connsiteX3" fmla="*/ 3374 w 252067"/>
                <a:gd name="connsiteY3" fmla="*/ 92109 h 236211"/>
                <a:gd name="connsiteX4" fmla="*/ 1400 w 252067"/>
                <a:gd name="connsiteY4" fmla="*/ 103294 h 236211"/>
                <a:gd name="connsiteX5" fmla="*/ 17190 w 252067"/>
                <a:gd name="connsiteY5" fmla="*/ 126978 h 236211"/>
                <a:gd name="connsiteX6" fmla="*/ 23111 w 252067"/>
                <a:gd name="connsiteY6" fmla="*/ 130268 h 236211"/>
                <a:gd name="connsiteX7" fmla="*/ 23769 w 252067"/>
                <a:gd name="connsiteY7" fmla="*/ 130268 h 236211"/>
                <a:gd name="connsiteX8" fmla="*/ 29033 w 252067"/>
                <a:gd name="connsiteY8" fmla="*/ 127637 h 236211"/>
                <a:gd name="connsiteX9" fmla="*/ 48770 w 252067"/>
                <a:gd name="connsiteY9" fmla="*/ 107899 h 236211"/>
                <a:gd name="connsiteX10" fmla="*/ 48770 w 252067"/>
                <a:gd name="connsiteY10" fmla="*/ 96714 h 236211"/>
                <a:gd name="connsiteX11" fmla="*/ 37586 w 252067"/>
                <a:gd name="connsiteY11" fmla="*/ 96714 h 236211"/>
                <a:gd name="connsiteX12" fmla="*/ 32980 w 252067"/>
                <a:gd name="connsiteY12" fmla="*/ 101320 h 236211"/>
                <a:gd name="connsiteX13" fmla="*/ 150748 w 252067"/>
                <a:gd name="connsiteY13" fmla="*/ 16448 h 236211"/>
                <a:gd name="connsiteX14" fmla="*/ 235619 w 252067"/>
                <a:gd name="connsiteY14" fmla="*/ 134216 h 236211"/>
                <a:gd name="connsiteX15" fmla="*/ 134300 w 252067"/>
                <a:gd name="connsiteY15" fmla="*/ 220403 h 236211"/>
                <a:gd name="connsiteX16" fmla="*/ 54034 w 252067"/>
                <a:gd name="connsiteY16" fmla="*/ 180270 h 236211"/>
                <a:gd name="connsiteX17" fmla="*/ 42849 w 252067"/>
                <a:gd name="connsiteY17" fmla="*/ 178296 h 236211"/>
                <a:gd name="connsiteX18" fmla="*/ 40875 w 252067"/>
                <a:gd name="connsiteY18" fmla="*/ 189481 h 236211"/>
                <a:gd name="connsiteX19" fmla="*/ 133642 w 252067"/>
                <a:gd name="connsiteY19" fmla="*/ 236193 h 236211"/>
                <a:gd name="connsiteX20" fmla="*/ 252067 w 252067"/>
                <a:gd name="connsiteY20" fmla="*/ 117768 h 236211"/>
                <a:gd name="connsiteX21" fmla="*/ 134300 w 252067"/>
                <a:gd name="connsiteY21" fmla="*/ 0 h 23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2067" h="236211">
                  <a:moveTo>
                    <a:pt x="134300" y="0"/>
                  </a:moveTo>
                  <a:cubicBezTo>
                    <a:pt x="76403" y="0"/>
                    <a:pt x="27717" y="41449"/>
                    <a:pt x="17848" y="98688"/>
                  </a:cubicBezTo>
                  <a:lnTo>
                    <a:pt x="14558" y="94082"/>
                  </a:lnTo>
                  <a:cubicBezTo>
                    <a:pt x="11927" y="90793"/>
                    <a:pt x="7321" y="89477"/>
                    <a:pt x="3374" y="92109"/>
                  </a:cubicBezTo>
                  <a:cubicBezTo>
                    <a:pt x="84" y="94741"/>
                    <a:pt x="-1232" y="99346"/>
                    <a:pt x="1400" y="103294"/>
                  </a:cubicBezTo>
                  <a:lnTo>
                    <a:pt x="17190" y="126978"/>
                  </a:lnTo>
                  <a:cubicBezTo>
                    <a:pt x="18506" y="128952"/>
                    <a:pt x="20480" y="130268"/>
                    <a:pt x="23111" y="130268"/>
                  </a:cubicBezTo>
                  <a:lnTo>
                    <a:pt x="23769" y="130268"/>
                  </a:lnTo>
                  <a:cubicBezTo>
                    <a:pt x="25743" y="130268"/>
                    <a:pt x="27717" y="129610"/>
                    <a:pt x="29033" y="127637"/>
                  </a:cubicBezTo>
                  <a:lnTo>
                    <a:pt x="48770" y="107899"/>
                  </a:lnTo>
                  <a:cubicBezTo>
                    <a:pt x="52060" y="104609"/>
                    <a:pt x="52060" y="100004"/>
                    <a:pt x="48770" y="96714"/>
                  </a:cubicBezTo>
                  <a:cubicBezTo>
                    <a:pt x="45481" y="93425"/>
                    <a:pt x="40875" y="93425"/>
                    <a:pt x="37586" y="96714"/>
                  </a:cubicBezTo>
                  <a:lnTo>
                    <a:pt x="32980" y="101320"/>
                  </a:lnTo>
                  <a:cubicBezTo>
                    <a:pt x="42191" y="45397"/>
                    <a:pt x="94825" y="7895"/>
                    <a:pt x="150748" y="16448"/>
                  </a:cubicBezTo>
                  <a:cubicBezTo>
                    <a:pt x="206671" y="25659"/>
                    <a:pt x="244172" y="78293"/>
                    <a:pt x="235619" y="134216"/>
                  </a:cubicBezTo>
                  <a:cubicBezTo>
                    <a:pt x="227724" y="183560"/>
                    <a:pt x="184960" y="220403"/>
                    <a:pt x="134300" y="220403"/>
                  </a:cubicBezTo>
                  <a:cubicBezTo>
                    <a:pt x="102720" y="221061"/>
                    <a:pt x="72455" y="205929"/>
                    <a:pt x="54034" y="180270"/>
                  </a:cubicBezTo>
                  <a:cubicBezTo>
                    <a:pt x="51402" y="176981"/>
                    <a:pt x="46796" y="175665"/>
                    <a:pt x="42849" y="178296"/>
                  </a:cubicBezTo>
                  <a:cubicBezTo>
                    <a:pt x="39559" y="180928"/>
                    <a:pt x="38243" y="185534"/>
                    <a:pt x="40875" y="189481"/>
                  </a:cubicBezTo>
                  <a:cubicBezTo>
                    <a:pt x="62587" y="219087"/>
                    <a:pt x="97456" y="236851"/>
                    <a:pt x="133642" y="236193"/>
                  </a:cubicBezTo>
                  <a:cubicBezTo>
                    <a:pt x="198776" y="236193"/>
                    <a:pt x="252067" y="183560"/>
                    <a:pt x="252067" y="117768"/>
                  </a:cubicBezTo>
                  <a:cubicBezTo>
                    <a:pt x="252067" y="51976"/>
                    <a:pt x="199434" y="0"/>
                    <a:pt x="134300" y="0"/>
                  </a:cubicBezTo>
                  <a:close/>
                </a:path>
              </a:pathLst>
            </a:custGeom>
            <a:solidFill>
              <a:srgbClr val="B3B3B3"/>
            </a:solidFill>
            <a:ln w="6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D962DF4-C0CA-B6AF-5509-5484E7DF77CA}"/>
                </a:ext>
              </a:extLst>
            </p:cNvPr>
            <p:cNvSpPr/>
            <p:nvPr/>
          </p:nvSpPr>
          <p:spPr>
            <a:xfrm>
              <a:off x="954355" y="2365801"/>
              <a:ext cx="437516" cy="6579"/>
            </a:xfrm>
            <a:custGeom>
              <a:avLst/>
              <a:gdLst>
                <a:gd name="connsiteX0" fmla="*/ 0 w 437516"/>
                <a:gd name="connsiteY0" fmla="*/ 0 h 6579"/>
                <a:gd name="connsiteX1" fmla="*/ 437517 w 437516"/>
                <a:gd name="connsiteY1" fmla="*/ 0 h 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7516" h="6579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ln w="3289" cap="flat">
              <a:solidFill>
                <a:srgbClr val="B3B3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06C6151-AB09-3A74-74AB-A04FFF36E406}"/>
              </a:ext>
            </a:extLst>
          </p:cNvPr>
          <p:cNvSpPr txBox="1"/>
          <p:nvPr/>
        </p:nvSpPr>
        <p:spPr>
          <a:xfrm>
            <a:off x="3671887" y="1896594"/>
            <a:ext cx="51748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+mj-lt"/>
              </a:rPr>
              <a:t>Thank you !</a:t>
            </a:r>
            <a:endParaRPr lang="en-IN" sz="66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61EBA-7A23-5913-C9FF-5B0F631D5EF7}"/>
              </a:ext>
            </a:extLst>
          </p:cNvPr>
          <p:cNvSpPr txBox="1"/>
          <p:nvPr/>
        </p:nvSpPr>
        <p:spPr>
          <a:xfrm>
            <a:off x="3225473" y="4161128"/>
            <a:ext cx="69609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sz="2000" dirty="0"/>
              <a:t>“Music gives a soul to the universe, wings to the mind, flight to the imagination, and life to everything.”</a:t>
            </a:r>
          </a:p>
          <a:p>
            <a:endParaRPr lang="en-US" sz="2000" dirty="0"/>
          </a:p>
          <a:p>
            <a:r>
              <a:rPr lang="en-US" sz="2000" dirty="0"/>
              <a:t>— Plato</a:t>
            </a:r>
          </a:p>
        </p:txBody>
      </p:sp>
    </p:spTree>
    <p:extLst>
      <p:ext uri="{BB962C8B-B14F-4D97-AF65-F5344CB8AC3E}">
        <p14:creationId xmlns:p14="http://schemas.microsoft.com/office/powerpoint/2010/main" val="409921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ABECD38C-1CA8-3125-1158-B4F6205C9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18" y="0"/>
            <a:ext cx="11858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3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63B15-479C-1975-5BFF-80D8E923D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3" y="0"/>
            <a:ext cx="11860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0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9320F2A4-0BCA-FFE5-6AFF-D92DE915D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3" y="0"/>
            <a:ext cx="11860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25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16A63-88D9-6BEA-8163-447A1EBD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00" y="1752481"/>
            <a:ext cx="4922947" cy="2743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211A9C-177C-4947-4FB5-E9D6C0668B27}"/>
              </a:ext>
            </a:extLst>
          </p:cNvPr>
          <p:cNvSpPr txBox="1"/>
          <p:nvPr/>
        </p:nvSpPr>
        <p:spPr>
          <a:xfrm>
            <a:off x="727587" y="1103359"/>
            <a:ext cx="3362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Behind the Scenes!</a:t>
            </a:r>
            <a:endParaRPr lang="en-IN" sz="24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F09910-0CC7-FB43-70E6-DFECDFFFB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714" y="1750023"/>
            <a:ext cx="4427604" cy="127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F29A43-9B39-465D-5009-AD4336666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714" y="3241435"/>
            <a:ext cx="3863675" cy="175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6B6FE7-BE33-35C5-896C-67BB287C8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714" y="3635472"/>
            <a:ext cx="4580017" cy="571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BB8F7A-9AB8-C3A0-87AC-9DB007646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714" y="4332098"/>
            <a:ext cx="3398815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70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rgbClr val="324C30"/>
      </a:dk1>
      <a:lt1>
        <a:sysClr val="window" lastClr="FFFFFF"/>
      </a:lt1>
      <a:dk2>
        <a:srgbClr val="324C30"/>
      </a:dk2>
      <a:lt2>
        <a:srgbClr val="E8E8E8"/>
      </a:lt2>
      <a:accent1>
        <a:srgbClr val="1BD75F"/>
      </a:accent1>
      <a:accent2>
        <a:srgbClr val="D8D8D8"/>
      </a:accent2>
      <a:accent3>
        <a:srgbClr val="324C30"/>
      </a:accent3>
      <a:accent4>
        <a:srgbClr val="324C30"/>
      </a:accent4>
      <a:accent5>
        <a:srgbClr val="324C30"/>
      </a:accent5>
      <a:accent6>
        <a:srgbClr val="324C30"/>
      </a:accent6>
      <a:hlink>
        <a:srgbClr val="467886"/>
      </a:hlink>
      <a:folHlink>
        <a:srgbClr val="96607D"/>
      </a:folHlink>
    </a:clrScheme>
    <a:fontScheme name="Custom 36">
      <a:majorFont>
        <a:latin typeface="Poppins SemiBold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624</Words>
  <Application>Microsoft Office PowerPoint</Application>
  <PresentationFormat>Widescreen</PresentationFormat>
  <Paragraphs>93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 Babu</dc:creator>
  <cp:lastModifiedBy>Megha Denny</cp:lastModifiedBy>
  <cp:revision>26</cp:revision>
  <dcterms:created xsi:type="dcterms:W3CDTF">2024-10-23T12:59:04Z</dcterms:created>
  <dcterms:modified xsi:type="dcterms:W3CDTF">2026-03-18T16:18:43Z</dcterms:modified>
</cp:coreProperties>
</file>